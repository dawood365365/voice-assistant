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303" r:id="rId3"/>
    <p:sldId id="256" r:id="rId4"/>
    <p:sldId id="257" r:id="rId5"/>
    <p:sldId id="322" r:id="rId6"/>
    <p:sldId id="312" r:id="rId7"/>
    <p:sldId id="311" r:id="rId8"/>
    <p:sldId id="305" r:id="rId9"/>
    <p:sldId id="263" r:id="rId10"/>
    <p:sldId id="323" r:id="rId11"/>
    <p:sldId id="313" r:id="rId12"/>
    <p:sldId id="314" r:id="rId13"/>
    <p:sldId id="315" r:id="rId14"/>
    <p:sldId id="316" r:id="rId15"/>
    <p:sldId id="317" r:id="rId16"/>
    <p:sldId id="318" r:id="rId17"/>
    <p:sldId id="319" r:id="rId18"/>
    <p:sldId id="320" r:id="rId19"/>
    <p:sldId id="321" r:id="rId20"/>
    <p:sldId id="258" r:id="rId21"/>
    <p:sldId id="260" r:id="rId22"/>
    <p:sldId id="266" r:id="rId23"/>
    <p:sldId id="26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A4FE04-1490-4BA1-9AEA-1BD9F2A1DD6E}" v="19" dt="2026-02-10T03:55:12.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48" autoAdjust="0"/>
    <p:restoredTop sz="94660"/>
  </p:normalViewPr>
  <p:slideViewPr>
    <p:cSldViewPr snapToGrid="0" snapToObjects="1">
      <p:cViewPr varScale="1">
        <p:scale>
          <a:sx n="65" d="100"/>
          <a:sy n="65" d="100"/>
        </p:scale>
        <p:origin x="154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a Tahir" userId="f44931ca-6f51-4a43-bfc6-32a687aa5826" providerId="ADAL" clId="{24B98FCD-861F-42BA-8942-A62C06C41194}"/>
    <pc:docChg chg="undo custSel addSld delSld modSld sldOrd">
      <pc:chgData name="Samia Tahir" userId="f44931ca-6f51-4a43-bfc6-32a687aa5826" providerId="ADAL" clId="{24B98FCD-861F-42BA-8942-A62C06C41194}" dt="2026-02-10T04:56:30.213" v="1064" actId="20577"/>
      <pc:docMkLst>
        <pc:docMk/>
      </pc:docMkLst>
      <pc:sldChg chg="modSp mod">
        <pc:chgData name="Samia Tahir" userId="f44931ca-6f51-4a43-bfc6-32a687aa5826" providerId="ADAL" clId="{24B98FCD-861F-42BA-8942-A62C06C41194}" dt="2026-02-09T06:40:46.916" v="1" actId="20577"/>
        <pc:sldMkLst>
          <pc:docMk/>
          <pc:sldMk cId="0" sldId="303"/>
        </pc:sldMkLst>
        <pc:spChg chg="mod">
          <ac:chgData name="Samia Tahir" userId="f44931ca-6f51-4a43-bfc6-32a687aa5826" providerId="ADAL" clId="{24B98FCD-861F-42BA-8942-A62C06C41194}" dt="2026-02-09T06:40:46.916" v="1" actId="20577"/>
          <ac:spMkLst>
            <pc:docMk/>
            <pc:sldMk cId="0" sldId="303"/>
            <ac:spMk id="3089" creationId="{3862CA15-0B3A-2F6E-B2D1-5A487D3EF92A}"/>
          </ac:spMkLst>
        </pc:spChg>
      </pc:sldChg>
      <pc:sldChg chg="delSp modSp mod">
        <pc:chgData name="Samia Tahir" userId="f44931ca-6f51-4a43-bfc6-32a687aa5826" providerId="ADAL" clId="{24B98FCD-861F-42BA-8942-A62C06C41194}" dt="2026-02-09T06:45:53.073" v="139" actId="21"/>
        <pc:sldMkLst>
          <pc:docMk/>
          <pc:sldMk cId="0" sldId="305"/>
        </pc:sldMkLst>
        <pc:spChg chg="del">
          <ac:chgData name="Samia Tahir" userId="f44931ca-6f51-4a43-bfc6-32a687aa5826" providerId="ADAL" clId="{24B98FCD-861F-42BA-8942-A62C06C41194}" dt="2026-02-09T06:45:53.073" v="139" actId="21"/>
          <ac:spMkLst>
            <pc:docMk/>
            <pc:sldMk cId="0" sldId="305"/>
            <ac:spMk id="2" creationId="{6FCADAEA-6813-CFF2-1026-883963CE360A}"/>
          </ac:spMkLst>
        </pc:spChg>
        <pc:spChg chg="mod">
          <ac:chgData name="Samia Tahir" userId="f44931ca-6f51-4a43-bfc6-32a687aa5826" providerId="ADAL" clId="{24B98FCD-861F-42BA-8942-A62C06C41194}" dt="2026-02-09T06:44:15.980" v="138" actId="20577"/>
          <ac:spMkLst>
            <pc:docMk/>
            <pc:sldMk cId="0" sldId="305"/>
            <ac:spMk id="4098" creationId="{C97640FD-4D01-D36F-1578-EE2777EB50D4}"/>
          </ac:spMkLst>
        </pc:spChg>
      </pc:sldChg>
      <pc:sldChg chg="del">
        <pc:chgData name="Samia Tahir" userId="f44931ca-6f51-4a43-bfc6-32a687aa5826" providerId="ADAL" clId="{24B98FCD-861F-42BA-8942-A62C06C41194}" dt="2026-02-10T03:38:39.670" v="387" actId="2696"/>
        <pc:sldMkLst>
          <pc:docMk/>
          <pc:sldMk cId="3096283334" sldId="306"/>
        </pc:sldMkLst>
      </pc:sldChg>
      <pc:sldChg chg="modSp del mod">
        <pc:chgData name="Samia Tahir" userId="f44931ca-6f51-4a43-bfc6-32a687aa5826" providerId="ADAL" clId="{24B98FCD-861F-42BA-8942-A62C06C41194}" dt="2026-02-10T03:42:46.569" v="495" actId="2696"/>
        <pc:sldMkLst>
          <pc:docMk/>
          <pc:sldMk cId="3077736577" sldId="307"/>
        </pc:sldMkLst>
        <pc:picChg chg="mod">
          <ac:chgData name="Samia Tahir" userId="f44931ca-6f51-4a43-bfc6-32a687aa5826" providerId="ADAL" clId="{24B98FCD-861F-42BA-8942-A62C06C41194}" dt="2026-02-10T03:38:32.838" v="386" actId="1035"/>
          <ac:picMkLst>
            <pc:docMk/>
            <pc:sldMk cId="3077736577" sldId="307"/>
            <ac:picMk id="5" creationId="{E539098A-78BA-D9EB-88DE-BAE0E9461723}"/>
          </ac:picMkLst>
        </pc:picChg>
      </pc:sldChg>
      <pc:sldChg chg="del">
        <pc:chgData name="Samia Tahir" userId="f44931ca-6f51-4a43-bfc6-32a687aa5826" providerId="ADAL" clId="{24B98FCD-861F-42BA-8942-A62C06C41194}" dt="2026-02-10T03:55:42.694" v="829" actId="2696"/>
        <pc:sldMkLst>
          <pc:docMk/>
          <pc:sldMk cId="2132221848" sldId="308"/>
        </pc:sldMkLst>
      </pc:sldChg>
      <pc:sldChg chg="del">
        <pc:chgData name="Samia Tahir" userId="f44931ca-6f51-4a43-bfc6-32a687aa5826" providerId="ADAL" clId="{24B98FCD-861F-42BA-8942-A62C06C41194}" dt="2026-02-10T03:56:27.228" v="852" actId="2696"/>
        <pc:sldMkLst>
          <pc:docMk/>
          <pc:sldMk cId="3453821421" sldId="309"/>
        </pc:sldMkLst>
      </pc:sldChg>
      <pc:sldChg chg="del">
        <pc:chgData name="Samia Tahir" userId="f44931ca-6f51-4a43-bfc6-32a687aa5826" providerId="ADAL" clId="{24B98FCD-861F-42BA-8942-A62C06C41194}" dt="2026-02-10T03:51:09.382" v="720" actId="2696"/>
        <pc:sldMkLst>
          <pc:docMk/>
          <pc:sldMk cId="2514207362" sldId="310"/>
        </pc:sldMkLst>
      </pc:sldChg>
      <pc:sldChg chg="modSp mod ord">
        <pc:chgData name="Samia Tahir" userId="f44931ca-6f51-4a43-bfc6-32a687aa5826" providerId="ADAL" clId="{24B98FCD-861F-42BA-8942-A62C06C41194}" dt="2026-02-09T06:43:59.150" v="95" actId="14100"/>
        <pc:sldMkLst>
          <pc:docMk/>
          <pc:sldMk cId="1795639610" sldId="311"/>
        </pc:sldMkLst>
        <pc:spChg chg="mod">
          <ac:chgData name="Samia Tahir" userId="f44931ca-6f51-4a43-bfc6-32a687aa5826" providerId="ADAL" clId="{24B98FCD-861F-42BA-8942-A62C06C41194}" dt="2026-02-09T06:43:59.150" v="95" actId="14100"/>
          <ac:spMkLst>
            <pc:docMk/>
            <pc:sldMk cId="1795639610" sldId="311"/>
            <ac:spMk id="3" creationId="{8C58815C-30A9-410F-AB28-2380DFF501D6}"/>
          </ac:spMkLst>
        </pc:spChg>
      </pc:sldChg>
      <pc:sldChg chg="modSp mod">
        <pc:chgData name="Samia Tahir" userId="f44931ca-6f51-4a43-bfc6-32a687aa5826" providerId="ADAL" clId="{24B98FCD-861F-42BA-8942-A62C06C41194}" dt="2026-02-09T06:41:34.820" v="90" actId="14100"/>
        <pc:sldMkLst>
          <pc:docMk/>
          <pc:sldMk cId="635166995" sldId="312"/>
        </pc:sldMkLst>
        <pc:spChg chg="mod">
          <ac:chgData name="Samia Tahir" userId="f44931ca-6f51-4a43-bfc6-32a687aa5826" providerId="ADAL" clId="{24B98FCD-861F-42BA-8942-A62C06C41194}" dt="2026-02-09T06:41:30.419" v="89" actId="313"/>
          <ac:spMkLst>
            <pc:docMk/>
            <pc:sldMk cId="635166995" sldId="312"/>
            <ac:spMk id="2" creationId="{FF28BC0E-F2A9-4FDC-B120-D0F3BFEF7A06}"/>
          </ac:spMkLst>
        </pc:spChg>
        <pc:spChg chg="mod">
          <ac:chgData name="Samia Tahir" userId="f44931ca-6f51-4a43-bfc6-32a687aa5826" providerId="ADAL" clId="{24B98FCD-861F-42BA-8942-A62C06C41194}" dt="2026-02-09T06:41:34.820" v="90" actId="14100"/>
          <ac:spMkLst>
            <pc:docMk/>
            <pc:sldMk cId="635166995" sldId="312"/>
            <ac:spMk id="3" creationId="{2C5525AA-D99B-463C-B5E1-6A0B57038E7B}"/>
          </ac:spMkLst>
        </pc:spChg>
      </pc:sldChg>
      <pc:sldChg chg="modSp new mod">
        <pc:chgData name="Samia Tahir" userId="f44931ca-6f51-4a43-bfc6-32a687aa5826" providerId="ADAL" clId="{24B98FCD-861F-42BA-8942-A62C06C41194}" dt="2026-02-10T03:33:35.022" v="200" actId="14100"/>
        <pc:sldMkLst>
          <pc:docMk/>
          <pc:sldMk cId="3946681796" sldId="313"/>
        </pc:sldMkLst>
        <pc:spChg chg="mod">
          <ac:chgData name="Samia Tahir" userId="f44931ca-6f51-4a43-bfc6-32a687aa5826" providerId="ADAL" clId="{24B98FCD-861F-42BA-8942-A62C06C41194}" dt="2026-02-10T03:33:12.898" v="195" actId="20577"/>
          <ac:spMkLst>
            <pc:docMk/>
            <pc:sldMk cId="3946681796" sldId="313"/>
            <ac:spMk id="2" creationId="{EC3DD97A-009B-0DEF-DBE6-D158E3DAFFF7}"/>
          </ac:spMkLst>
        </pc:spChg>
        <pc:spChg chg="mod">
          <ac:chgData name="Samia Tahir" userId="f44931ca-6f51-4a43-bfc6-32a687aa5826" providerId="ADAL" clId="{24B98FCD-861F-42BA-8942-A62C06C41194}" dt="2026-02-10T03:33:35.022" v="200" actId="14100"/>
          <ac:spMkLst>
            <pc:docMk/>
            <pc:sldMk cId="3946681796" sldId="313"/>
            <ac:spMk id="3" creationId="{ED8FAE63-A5F5-E863-F9DD-54FF673B0A1F}"/>
          </ac:spMkLst>
        </pc:spChg>
      </pc:sldChg>
      <pc:sldChg chg="modSp new mod">
        <pc:chgData name="Samia Tahir" userId="f44931ca-6f51-4a43-bfc6-32a687aa5826" providerId="ADAL" clId="{24B98FCD-861F-42BA-8942-A62C06C41194}" dt="2026-02-10T03:37:59.944" v="385" actId="14100"/>
        <pc:sldMkLst>
          <pc:docMk/>
          <pc:sldMk cId="4142642884" sldId="314"/>
        </pc:sldMkLst>
        <pc:spChg chg="mod">
          <ac:chgData name="Samia Tahir" userId="f44931ca-6f51-4a43-bfc6-32a687aa5826" providerId="ADAL" clId="{24B98FCD-861F-42BA-8942-A62C06C41194}" dt="2026-02-10T03:34:54.892" v="262" actId="20577"/>
          <ac:spMkLst>
            <pc:docMk/>
            <pc:sldMk cId="4142642884" sldId="314"/>
            <ac:spMk id="2" creationId="{132A0E52-5222-ACD6-AC5F-540BB8EEE543}"/>
          </ac:spMkLst>
        </pc:spChg>
        <pc:spChg chg="mod">
          <ac:chgData name="Samia Tahir" userId="f44931ca-6f51-4a43-bfc6-32a687aa5826" providerId="ADAL" clId="{24B98FCD-861F-42BA-8942-A62C06C41194}" dt="2026-02-10T03:37:59.944" v="385" actId="14100"/>
          <ac:spMkLst>
            <pc:docMk/>
            <pc:sldMk cId="4142642884" sldId="314"/>
            <ac:spMk id="3" creationId="{1FF71EA0-30F2-8233-3FBC-9DAC25525FE0}"/>
          </ac:spMkLst>
        </pc:spChg>
      </pc:sldChg>
      <pc:sldChg chg="modSp new mod">
        <pc:chgData name="Samia Tahir" userId="f44931ca-6f51-4a43-bfc6-32a687aa5826" providerId="ADAL" clId="{24B98FCD-861F-42BA-8942-A62C06C41194}" dt="2026-02-10T03:39:30.602" v="404" actId="27636"/>
        <pc:sldMkLst>
          <pc:docMk/>
          <pc:sldMk cId="3225801092" sldId="315"/>
        </pc:sldMkLst>
        <pc:spChg chg="mod">
          <ac:chgData name="Samia Tahir" userId="f44931ca-6f51-4a43-bfc6-32a687aa5826" providerId="ADAL" clId="{24B98FCD-861F-42BA-8942-A62C06C41194}" dt="2026-02-10T03:39:21.006" v="402" actId="20577"/>
          <ac:spMkLst>
            <pc:docMk/>
            <pc:sldMk cId="3225801092" sldId="315"/>
            <ac:spMk id="2" creationId="{A53B2736-F625-86BE-9008-8F81C26DE44F}"/>
          </ac:spMkLst>
        </pc:spChg>
        <pc:spChg chg="mod">
          <ac:chgData name="Samia Tahir" userId="f44931ca-6f51-4a43-bfc6-32a687aa5826" providerId="ADAL" clId="{24B98FCD-861F-42BA-8942-A62C06C41194}" dt="2026-02-10T03:39:30.602" v="404" actId="27636"/>
          <ac:spMkLst>
            <pc:docMk/>
            <pc:sldMk cId="3225801092" sldId="315"/>
            <ac:spMk id="3" creationId="{DBB3AAA4-A378-8230-859A-6DF70BDD2BB5}"/>
          </ac:spMkLst>
        </pc:spChg>
      </pc:sldChg>
      <pc:sldChg chg="addSp delSp modSp new mod">
        <pc:chgData name="Samia Tahir" userId="f44931ca-6f51-4a43-bfc6-32a687aa5826" providerId="ADAL" clId="{24B98FCD-861F-42BA-8942-A62C06C41194}" dt="2026-02-10T03:42:39.737" v="494" actId="5793"/>
        <pc:sldMkLst>
          <pc:docMk/>
          <pc:sldMk cId="2769741370" sldId="316"/>
        </pc:sldMkLst>
        <pc:spChg chg="mod">
          <ac:chgData name="Samia Tahir" userId="f44931ca-6f51-4a43-bfc6-32a687aa5826" providerId="ADAL" clId="{24B98FCD-861F-42BA-8942-A62C06C41194}" dt="2026-02-10T03:41:36.257" v="470" actId="20577"/>
          <ac:spMkLst>
            <pc:docMk/>
            <pc:sldMk cId="2769741370" sldId="316"/>
            <ac:spMk id="2" creationId="{017A0CC7-5B12-91CD-2102-D9A4DCC3D2E9}"/>
          </ac:spMkLst>
        </pc:spChg>
        <pc:spChg chg="mod">
          <ac:chgData name="Samia Tahir" userId="f44931ca-6f51-4a43-bfc6-32a687aa5826" providerId="ADAL" clId="{24B98FCD-861F-42BA-8942-A62C06C41194}" dt="2026-02-10T03:42:39.737" v="494" actId="5793"/>
          <ac:spMkLst>
            <pc:docMk/>
            <pc:sldMk cId="2769741370" sldId="316"/>
            <ac:spMk id="3" creationId="{87F1D104-2CB5-97DD-4DC2-B4CDA0C41BFF}"/>
          </ac:spMkLst>
        </pc:spChg>
        <pc:spChg chg="add del">
          <ac:chgData name="Samia Tahir" userId="f44931ca-6f51-4a43-bfc6-32a687aa5826" providerId="ADAL" clId="{24B98FCD-861F-42BA-8942-A62C06C41194}" dt="2026-02-10T03:40:51.523" v="407" actId="22"/>
          <ac:spMkLst>
            <pc:docMk/>
            <pc:sldMk cId="2769741370" sldId="316"/>
            <ac:spMk id="5" creationId="{71577453-EF72-5AD1-C3A5-E6BDF0F1DE41}"/>
          </ac:spMkLst>
        </pc:spChg>
      </pc:sldChg>
      <pc:sldChg chg="modSp new mod">
        <pc:chgData name="Samia Tahir" userId="f44931ca-6f51-4a43-bfc6-32a687aa5826" providerId="ADAL" clId="{24B98FCD-861F-42BA-8942-A62C06C41194}" dt="2026-02-10T03:55:50.512" v="830" actId="313"/>
        <pc:sldMkLst>
          <pc:docMk/>
          <pc:sldMk cId="4061945040" sldId="317"/>
        </pc:sldMkLst>
        <pc:spChg chg="mod">
          <ac:chgData name="Samia Tahir" userId="f44931ca-6f51-4a43-bfc6-32a687aa5826" providerId="ADAL" clId="{24B98FCD-861F-42BA-8942-A62C06C41194}" dt="2026-02-10T03:55:50.512" v="830" actId="313"/>
          <ac:spMkLst>
            <pc:docMk/>
            <pc:sldMk cId="4061945040" sldId="317"/>
            <ac:spMk id="2" creationId="{01A9D67B-0FF2-72E6-D200-DACC1841ABA6}"/>
          </ac:spMkLst>
        </pc:spChg>
        <pc:spChg chg="mod">
          <ac:chgData name="Samia Tahir" userId="f44931ca-6f51-4a43-bfc6-32a687aa5826" providerId="ADAL" clId="{24B98FCD-861F-42BA-8942-A62C06C41194}" dt="2026-02-10T03:44:28.844" v="547" actId="20577"/>
          <ac:spMkLst>
            <pc:docMk/>
            <pc:sldMk cId="4061945040" sldId="317"/>
            <ac:spMk id="3" creationId="{7C794495-5BD8-060F-154D-516C8C04E154}"/>
          </ac:spMkLst>
        </pc:spChg>
      </pc:sldChg>
      <pc:sldChg chg="addSp delSp modSp new mod">
        <pc:chgData name="Samia Tahir" userId="f44931ca-6f51-4a43-bfc6-32a687aa5826" providerId="ADAL" clId="{24B98FCD-861F-42BA-8942-A62C06C41194}" dt="2026-02-10T03:56:23.512" v="851" actId="20577"/>
        <pc:sldMkLst>
          <pc:docMk/>
          <pc:sldMk cId="687341131" sldId="318"/>
        </pc:sldMkLst>
        <pc:spChg chg="mod">
          <ac:chgData name="Samia Tahir" userId="f44931ca-6f51-4a43-bfc6-32a687aa5826" providerId="ADAL" clId="{24B98FCD-861F-42BA-8942-A62C06C41194}" dt="2026-02-10T03:45:22.960" v="589" actId="20577"/>
          <ac:spMkLst>
            <pc:docMk/>
            <pc:sldMk cId="687341131" sldId="318"/>
            <ac:spMk id="2" creationId="{81FB798A-F8C7-2AAC-ED90-46E42674F5C7}"/>
          </ac:spMkLst>
        </pc:spChg>
        <pc:spChg chg="add del mod">
          <ac:chgData name="Samia Tahir" userId="f44931ca-6f51-4a43-bfc6-32a687aa5826" providerId="ADAL" clId="{24B98FCD-861F-42BA-8942-A62C06C41194}" dt="2026-02-10T03:56:23.512" v="851" actId="20577"/>
          <ac:spMkLst>
            <pc:docMk/>
            <pc:sldMk cId="687341131" sldId="318"/>
            <ac:spMk id="3" creationId="{FA9D62A4-4DD4-72A4-F531-D9C003D2C58B}"/>
          </ac:spMkLst>
        </pc:spChg>
        <pc:spChg chg="add mod">
          <ac:chgData name="Samia Tahir" userId="f44931ca-6f51-4a43-bfc6-32a687aa5826" providerId="ADAL" clId="{24B98FCD-861F-42BA-8942-A62C06C41194}" dt="2026-02-10T03:45:28.332" v="591"/>
          <ac:spMkLst>
            <pc:docMk/>
            <pc:sldMk cId="687341131" sldId="318"/>
            <ac:spMk id="4" creationId="{B2FCA29E-11E8-1643-2B77-4681A6138582}"/>
          </ac:spMkLst>
        </pc:spChg>
      </pc:sldChg>
      <pc:sldChg chg="addSp modSp new mod setBg">
        <pc:chgData name="Samia Tahir" userId="f44931ca-6f51-4a43-bfc6-32a687aa5826" providerId="ADAL" clId="{24B98FCD-861F-42BA-8942-A62C06C41194}" dt="2026-02-10T03:48:21.678" v="647" actId="26606"/>
        <pc:sldMkLst>
          <pc:docMk/>
          <pc:sldMk cId="1035600995" sldId="319"/>
        </pc:sldMkLst>
        <pc:spChg chg="mod">
          <ac:chgData name="Samia Tahir" userId="f44931ca-6f51-4a43-bfc6-32a687aa5826" providerId="ADAL" clId="{24B98FCD-861F-42BA-8942-A62C06C41194}" dt="2026-02-10T03:48:21.678" v="647" actId="26606"/>
          <ac:spMkLst>
            <pc:docMk/>
            <pc:sldMk cId="1035600995" sldId="319"/>
            <ac:spMk id="2" creationId="{92B038FA-EFC8-6004-F648-471F22AD5AED}"/>
          </ac:spMkLst>
        </pc:spChg>
        <pc:spChg chg="mod">
          <ac:chgData name="Samia Tahir" userId="f44931ca-6f51-4a43-bfc6-32a687aa5826" providerId="ADAL" clId="{24B98FCD-861F-42BA-8942-A62C06C41194}" dt="2026-02-10T03:48:21.678" v="647" actId="26606"/>
          <ac:spMkLst>
            <pc:docMk/>
            <pc:sldMk cId="1035600995" sldId="319"/>
            <ac:spMk id="3" creationId="{181682C8-00E1-25ED-D61D-381B0CBED08A}"/>
          </ac:spMkLst>
        </pc:spChg>
        <pc:spChg chg="add">
          <ac:chgData name="Samia Tahir" userId="f44931ca-6f51-4a43-bfc6-32a687aa5826" providerId="ADAL" clId="{24B98FCD-861F-42BA-8942-A62C06C41194}" dt="2026-02-10T03:48:21.678" v="647" actId="26606"/>
          <ac:spMkLst>
            <pc:docMk/>
            <pc:sldMk cId="1035600995" sldId="319"/>
            <ac:spMk id="10" creationId="{2550BE34-C2B8-49B8-8519-67A8CAD51AE9}"/>
          </ac:spMkLst>
        </pc:spChg>
        <pc:spChg chg="add">
          <ac:chgData name="Samia Tahir" userId="f44931ca-6f51-4a43-bfc6-32a687aa5826" providerId="ADAL" clId="{24B98FCD-861F-42BA-8942-A62C06C41194}" dt="2026-02-10T03:48:21.678" v="647" actId="26606"/>
          <ac:spMkLst>
            <pc:docMk/>
            <pc:sldMk cId="1035600995" sldId="319"/>
            <ac:spMk id="12" creationId="{A7457DD9-5A45-400A-AB4B-4B4EDECA25F1}"/>
          </ac:spMkLst>
        </pc:spChg>
        <pc:spChg chg="add">
          <ac:chgData name="Samia Tahir" userId="f44931ca-6f51-4a43-bfc6-32a687aa5826" providerId="ADAL" clId="{24B98FCD-861F-42BA-8942-A62C06C41194}" dt="2026-02-10T03:48:21.678" v="647" actId="26606"/>
          <ac:spMkLst>
            <pc:docMk/>
            <pc:sldMk cId="1035600995" sldId="319"/>
            <ac:spMk id="14" creationId="{441CF7D6-A660-431A-B0BB-140A0D5556B6}"/>
          </ac:spMkLst>
        </pc:spChg>
        <pc:spChg chg="add">
          <ac:chgData name="Samia Tahir" userId="f44931ca-6f51-4a43-bfc6-32a687aa5826" providerId="ADAL" clId="{24B98FCD-861F-42BA-8942-A62C06C41194}" dt="2026-02-10T03:48:21.678" v="647" actId="26606"/>
          <ac:spMkLst>
            <pc:docMk/>
            <pc:sldMk cId="1035600995" sldId="319"/>
            <ac:spMk id="16" creationId="{0570A85B-3810-4F95-97B0-CBF4CCDB381C}"/>
          </ac:spMkLst>
        </pc:spChg>
        <pc:picChg chg="add mod">
          <ac:chgData name="Samia Tahir" userId="f44931ca-6f51-4a43-bfc6-32a687aa5826" providerId="ADAL" clId="{24B98FCD-861F-42BA-8942-A62C06C41194}" dt="2026-02-10T03:48:21.678" v="647" actId="26606"/>
          <ac:picMkLst>
            <pc:docMk/>
            <pc:sldMk cId="1035600995" sldId="319"/>
            <ac:picMk id="5" creationId="{FDC4D2A1-4CCE-00EA-A357-E1A8678CD428}"/>
          </ac:picMkLst>
        </pc:picChg>
      </pc:sldChg>
      <pc:sldChg chg="addSp delSp modSp new mod">
        <pc:chgData name="Samia Tahir" userId="f44931ca-6f51-4a43-bfc6-32a687aa5826" providerId="ADAL" clId="{24B98FCD-861F-42BA-8942-A62C06C41194}" dt="2026-02-10T03:50:04.365" v="692" actId="14100"/>
        <pc:sldMkLst>
          <pc:docMk/>
          <pc:sldMk cId="2295778995" sldId="320"/>
        </pc:sldMkLst>
        <pc:spChg chg="mod">
          <ac:chgData name="Samia Tahir" userId="f44931ca-6f51-4a43-bfc6-32a687aa5826" providerId="ADAL" clId="{24B98FCD-861F-42BA-8942-A62C06C41194}" dt="2026-02-10T03:49:14.312" v="686" actId="20577"/>
          <ac:spMkLst>
            <pc:docMk/>
            <pc:sldMk cId="2295778995" sldId="320"/>
            <ac:spMk id="2" creationId="{E3BB4985-7467-0625-189E-ED64A2689329}"/>
          </ac:spMkLst>
        </pc:spChg>
        <pc:spChg chg="del">
          <ac:chgData name="Samia Tahir" userId="f44931ca-6f51-4a43-bfc6-32a687aa5826" providerId="ADAL" clId="{24B98FCD-861F-42BA-8942-A62C06C41194}" dt="2026-02-10T03:49:53.429" v="687" actId="931"/>
          <ac:spMkLst>
            <pc:docMk/>
            <pc:sldMk cId="2295778995" sldId="320"/>
            <ac:spMk id="3" creationId="{92B39C2F-CA65-0976-9AEE-96F0547E61B2}"/>
          </ac:spMkLst>
        </pc:spChg>
        <pc:picChg chg="add mod">
          <ac:chgData name="Samia Tahir" userId="f44931ca-6f51-4a43-bfc6-32a687aa5826" providerId="ADAL" clId="{24B98FCD-861F-42BA-8942-A62C06C41194}" dt="2026-02-10T03:50:04.365" v="692" actId="14100"/>
          <ac:picMkLst>
            <pc:docMk/>
            <pc:sldMk cId="2295778995" sldId="320"/>
            <ac:picMk id="5" creationId="{89560DB6-C798-BF47-3D01-06E05AD87411}"/>
          </ac:picMkLst>
        </pc:picChg>
      </pc:sldChg>
      <pc:sldChg chg="modSp new mod">
        <pc:chgData name="Samia Tahir" userId="f44931ca-6f51-4a43-bfc6-32a687aa5826" providerId="ADAL" clId="{24B98FCD-861F-42BA-8942-A62C06C41194}" dt="2026-02-10T03:56:45.085" v="857" actId="12"/>
        <pc:sldMkLst>
          <pc:docMk/>
          <pc:sldMk cId="2881109159" sldId="321"/>
        </pc:sldMkLst>
        <pc:spChg chg="mod">
          <ac:chgData name="Samia Tahir" userId="f44931ca-6f51-4a43-bfc6-32a687aa5826" providerId="ADAL" clId="{24B98FCD-861F-42BA-8942-A62C06C41194}" dt="2026-02-10T03:51:04.132" v="719" actId="20577"/>
          <ac:spMkLst>
            <pc:docMk/>
            <pc:sldMk cId="2881109159" sldId="321"/>
            <ac:spMk id="2" creationId="{EB63256B-0A0D-D376-7DD6-6DA1FC0EAF57}"/>
          </ac:spMkLst>
        </pc:spChg>
        <pc:spChg chg="mod">
          <ac:chgData name="Samia Tahir" userId="f44931ca-6f51-4a43-bfc6-32a687aa5826" providerId="ADAL" clId="{24B98FCD-861F-42BA-8942-A62C06C41194}" dt="2026-02-10T03:56:45.085" v="857" actId="12"/>
          <ac:spMkLst>
            <pc:docMk/>
            <pc:sldMk cId="2881109159" sldId="321"/>
            <ac:spMk id="3" creationId="{9BF55230-E890-A0CB-5860-0EDBDA85F498}"/>
          </ac:spMkLst>
        </pc:spChg>
      </pc:sldChg>
      <pc:sldChg chg="new del">
        <pc:chgData name="Samia Tahir" userId="f44931ca-6f51-4a43-bfc6-32a687aa5826" providerId="ADAL" clId="{24B98FCD-861F-42BA-8942-A62C06C41194}" dt="2026-02-10T03:52:01.850" v="722" actId="2696"/>
        <pc:sldMkLst>
          <pc:docMk/>
          <pc:sldMk cId="454358096" sldId="322"/>
        </pc:sldMkLst>
      </pc:sldChg>
      <pc:sldChg chg="addSp delSp modSp new mod setBg">
        <pc:chgData name="Samia Tahir" userId="f44931ca-6f51-4a43-bfc6-32a687aa5826" providerId="ADAL" clId="{24B98FCD-861F-42BA-8942-A62C06C41194}" dt="2026-02-10T03:55:19.835" v="828" actId="20577"/>
        <pc:sldMkLst>
          <pc:docMk/>
          <pc:sldMk cId="2249009962" sldId="322"/>
        </pc:sldMkLst>
        <pc:spChg chg="mod">
          <ac:chgData name="Samia Tahir" userId="f44931ca-6f51-4a43-bfc6-32a687aa5826" providerId="ADAL" clId="{24B98FCD-861F-42BA-8942-A62C06C41194}" dt="2026-02-10T03:54:38.451" v="804" actId="26606"/>
          <ac:spMkLst>
            <pc:docMk/>
            <pc:sldMk cId="2249009962" sldId="322"/>
            <ac:spMk id="2" creationId="{5B185DB9-1E10-3015-B30D-B9D6C5CE4DD1}"/>
          </ac:spMkLst>
        </pc:spChg>
        <pc:spChg chg="mod">
          <ac:chgData name="Samia Tahir" userId="f44931ca-6f51-4a43-bfc6-32a687aa5826" providerId="ADAL" clId="{24B98FCD-861F-42BA-8942-A62C06C41194}" dt="2026-02-10T03:55:19.835" v="828" actId="20577"/>
          <ac:spMkLst>
            <pc:docMk/>
            <pc:sldMk cId="2249009962" sldId="322"/>
            <ac:spMk id="3" creationId="{929C9DF2-A868-3150-9540-2A980A4033AA}"/>
          </ac:spMkLst>
        </pc:spChg>
        <pc:spChg chg="add del mod">
          <ac:chgData name="Samia Tahir" userId="f44931ca-6f51-4a43-bfc6-32a687aa5826" providerId="ADAL" clId="{24B98FCD-861F-42BA-8942-A62C06C41194}" dt="2026-02-10T03:53:51.429" v="727" actId="22"/>
          <ac:spMkLst>
            <pc:docMk/>
            <pc:sldMk cId="2249009962" sldId="322"/>
            <ac:spMk id="5" creationId="{FD9731EA-32CA-ED49-B594-CBA0F53D7399}"/>
          </ac:spMkLst>
        </pc:spChg>
        <pc:spChg chg="add">
          <ac:chgData name="Samia Tahir" userId="f44931ca-6f51-4a43-bfc6-32a687aa5826" providerId="ADAL" clId="{24B98FCD-861F-42BA-8942-A62C06C41194}" dt="2026-02-10T03:54:38.451" v="804" actId="26606"/>
          <ac:spMkLst>
            <pc:docMk/>
            <pc:sldMk cId="2249009962" sldId="322"/>
            <ac:spMk id="9" creationId="{9F7D5CDA-D291-4307-BF55-1381FED29634}"/>
          </ac:spMkLst>
        </pc:spChg>
        <pc:picChg chg="add">
          <ac:chgData name="Samia Tahir" userId="f44931ca-6f51-4a43-bfc6-32a687aa5826" providerId="ADAL" clId="{24B98FCD-861F-42BA-8942-A62C06C41194}" dt="2026-02-10T03:54:38.451" v="804" actId="26606"/>
          <ac:picMkLst>
            <pc:docMk/>
            <pc:sldMk cId="2249009962" sldId="322"/>
            <ac:picMk id="6" creationId="{8E639E1A-D258-56A2-8953-1CCCBE795170}"/>
          </ac:picMkLst>
        </pc:picChg>
      </pc:sldChg>
      <pc:sldChg chg="modSp new mod">
        <pc:chgData name="Samia Tahir" userId="f44931ca-6f51-4a43-bfc6-32a687aa5826" providerId="ADAL" clId="{24B98FCD-861F-42BA-8942-A62C06C41194}" dt="2026-02-10T04:56:30.213" v="1064" actId="20577"/>
        <pc:sldMkLst>
          <pc:docMk/>
          <pc:sldMk cId="1473767117" sldId="323"/>
        </pc:sldMkLst>
        <pc:spChg chg="mod">
          <ac:chgData name="Samia Tahir" userId="f44931ca-6f51-4a43-bfc6-32a687aa5826" providerId="ADAL" clId="{24B98FCD-861F-42BA-8942-A62C06C41194}" dt="2026-02-10T04:53:55.755" v="883" actId="20577"/>
          <ac:spMkLst>
            <pc:docMk/>
            <pc:sldMk cId="1473767117" sldId="323"/>
            <ac:spMk id="2" creationId="{072E6C60-38B7-904C-7724-F5A7957C44E1}"/>
          </ac:spMkLst>
        </pc:spChg>
        <pc:spChg chg="mod">
          <ac:chgData name="Samia Tahir" userId="f44931ca-6f51-4a43-bfc6-32a687aa5826" providerId="ADAL" clId="{24B98FCD-861F-42BA-8942-A62C06C41194}" dt="2026-02-10T04:56:30.213" v="1064" actId="20577"/>
          <ac:spMkLst>
            <pc:docMk/>
            <pc:sldMk cId="1473767117" sldId="323"/>
            <ac:spMk id="3" creationId="{75A39C4F-6D70-7797-70D0-9CDAA13FA92A}"/>
          </ac:spMkLst>
        </pc:sp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C26380-7F64-44A6-8AB6-7101DBA4BA28}" type="doc">
      <dgm:prSet loTypeId="urn:microsoft.com/office/officeart/2008/layout/LinedList" loCatId="list" qsTypeId="urn:microsoft.com/office/officeart/2005/8/quickstyle/simple2" qsCatId="simple" csTypeId="urn:microsoft.com/office/officeart/2005/8/colors/colorful2" csCatId="colorful" phldr="1"/>
      <dgm:spPr/>
      <dgm:t>
        <a:bodyPr/>
        <a:lstStyle/>
        <a:p>
          <a:endParaRPr lang="en-US"/>
        </a:p>
      </dgm:t>
    </dgm:pt>
    <dgm:pt modelId="{BBF84D4C-33B3-4733-B56D-A7BCD27BF02F}">
      <dgm:prSet/>
      <dgm:spPr/>
      <dgm:t>
        <a:bodyPr/>
        <a:lstStyle/>
        <a:p>
          <a:r>
            <a:rPr lang="en-US"/>
            <a:t>• What is Pre-Writing?</a:t>
          </a:r>
        </a:p>
      </dgm:t>
    </dgm:pt>
    <dgm:pt modelId="{A8C4C07F-ABE7-4DDE-8CD7-CD0744852E79}" type="parTrans" cxnId="{E7F50069-0655-465D-B7B2-6839082CCA75}">
      <dgm:prSet/>
      <dgm:spPr/>
      <dgm:t>
        <a:bodyPr/>
        <a:lstStyle/>
        <a:p>
          <a:endParaRPr lang="en-US"/>
        </a:p>
      </dgm:t>
    </dgm:pt>
    <dgm:pt modelId="{A6E5C3A7-F9BF-45F3-B7C9-EFAC99C71C3C}" type="sibTrans" cxnId="{E7F50069-0655-465D-B7B2-6839082CCA75}">
      <dgm:prSet/>
      <dgm:spPr/>
      <dgm:t>
        <a:bodyPr/>
        <a:lstStyle/>
        <a:p>
          <a:endParaRPr lang="en-US"/>
        </a:p>
      </dgm:t>
    </dgm:pt>
    <dgm:pt modelId="{18AD952B-F951-414B-A539-15790BF2BFD2}">
      <dgm:prSet/>
      <dgm:spPr/>
      <dgm:t>
        <a:bodyPr/>
        <a:lstStyle/>
        <a:p>
          <a:r>
            <a:rPr lang="en-US"/>
            <a:t>• Importance of Pre-Writing in the Writing Process</a:t>
          </a:r>
        </a:p>
      </dgm:t>
    </dgm:pt>
    <dgm:pt modelId="{4E1B3E1F-E2DF-4D89-B705-05990DA8B896}" type="parTrans" cxnId="{8C8CDE56-57AD-4C08-8D66-2D9121DD341E}">
      <dgm:prSet/>
      <dgm:spPr/>
      <dgm:t>
        <a:bodyPr/>
        <a:lstStyle/>
        <a:p>
          <a:endParaRPr lang="en-US"/>
        </a:p>
      </dgm:t>
    </dgm:pt>
    <dgm:pt modelId="{39629B28-B783-42FA-9F6C-8385C3EE2C49}" type="sibTrans" cxnId="{8C8CDE56-57AD-4C08-8D66-2D9121DD341E}">
      <dgm:prSet/>
      <dgm:spPr/>
      <dgm:t>
        <a:bodyPr/>
        <a:lstStyle/>
        <a:p>
          <a:endParaRPr lang="en-US"/>
        </a:p>
      </dgm:t>
    </dgm:pt>
    <dgm:pt modelId="{40A89114-9824-4F1F-890A-88F9BD5F6BFC}">
      <dgm:prSet/>
      <dgm:spPr/>
      <dgm:t>
        <a:bodyPr/>
        <a:lstStyle/>
        <a:p>
          <a:r>
            <a:rPr lang="en-US" dirty="0"/>
            <a:t>• How Pre-Writing Helps you?</a:t>
          </a:r>
        </a:p>
      </dgm:t>
    </dgm:pt>
    <dgm:pt modelId="{AB7EFC74-F297-495A-B320-B6F2B9E226D9}" type="parTrans" cxnId="{2AA9BCAD-EFB4-4859-A461-081986D86044}">
      <dgm:prSet/>
      <dgm:spPr/>
      <dgm:t>
        <a:bodyPr/>
        <a:lstStyle/>
        <a:p>
          <a:endParaRPr lang="en-US"/>
        </a:p>
      </dgm:t>
    </dgm:pt>
    <dgm:pt modelId="{19809EED-6410-4EB6-9E77-C9332A4FC402}" type="sibTrans" cxnId="{2AA9BCAD-EFB4-4859-A461-081986D86044}">
      <dgm:prSet/>
      <dgm:spPr/>
      <dgm:t>
        <a:bodyPr/>
        <a:lstStyle/>
        <a:p>
          <a:endParaRPr lang="en-US"/>
        </a:p>
      </dgm:t>
    </dgm:pt>
    <dgm:pt modelId="{F24D8880-8D4B-4445-992F-F06096C71E19}" type="pres">
      <dgm:prSet presAssocID="{A9C26380-7F64-44A6-8AB6-7101DBA4BA28}" presName="vert0" presStyleCnt="0">
        <dgm:presLayoutVars>
          <dgm:dir/>
          <dgm:animOne val="branch"/>
          <dgm:animLvl val="lvl"/>
        </dgm:presLayoutVars>
      </dgm:prSet>
      <dgm:spPr/>
    </dgm:pt>
    <dgm:pt modelId="{01691CC0-6D76-4180-96D5-6E3F93120A31}" type="pres">
      <dgm:prSet presAssocID="{BBF84D4C-33B3-4733-B56D-A7BCD27BF02F}" presName="thickLine" presStyleLbl="alignNode1" presStyleIdx="0" presStyleCnt="3"/>
      <dgm:spPr/>
    </dgm:pt>
    <dgm:pt modelId="{8D122C7F-AE14-4684-BE39-21704EA719A3}" type="pres">
      <dgm:prSet presAssocID="{BBF84D4C-33B3-4733-B56D-A7BCD27BF02F}" presName="horz1" presStyleCnt="0"/>
      <dgm:spPr/>
    </dgm:pt>
    <dgm:pt modelId="{E2220148-8CE9-4726-AFDA-C01346ADBAAD}" type="pres">
      <dgm:prSet presAssocID="{BBF84D4C-33B3-4733-B56D-A7BCD27BF02F}" presName="tx1" presStyleLbl="revTx" presStyleIdx="0" presStyleCnt="3"/>
      <dgm:spPr/>
    </dgm:pt>
    <dgm:pt modelId="{0B37F75F-B452-460C-9753-9350CE72613A}" type="pres">
      <dgm:prSet presAssocID="{BBF84D4C-33B3-4733-B56D-A7BCD27BF02F}" presName="vert1" presStyleCnt="0"/>
      <dgm:spPr/>
    </dgm:pt>
    <dgm:pt modelId="{1A2DDAAA-F9D7-4BBE-B774-737D2DB9777B}" type="pres">
      <dgm:prSet presAssocID="{18AD952B-F951-414B-A539-15790BF2BFD2}" presName="thickLine" presStyleLbl="alignNode1" presStyleIdx="1" presStyleCnt="3"/>
      <dgm:spPr/>
    </dgm:pt>
    <dgm:pt modelId="{CE71CBD4-1095-4351-A1E0-E04BFDAD8555}" type="pres">
      <dgm:prSet presAssocID="{18AD952B-F951-414B-A539-15790BF2BFD2}" presName="horz1" presStyleCnt="0"/>
      <dgm:spPr/>
    </dgm:pt>
    <dgm:pt modelId="{2254496C-73B8-49AD-9CD7-BC6DEA69F0FA}" type="pres">
      <dgm:prSet presAssocID="{18AD952B-F951-414B-A539-15790BF2BFD2}" presName="tx1" presStyleLbl="revTx" presStyleIdx="1" presStyleCnt="3"/>
      <dgm:spPr/>
    </dgm:pt>
    <dgm:pt modelId="{B7F42F37-ADB5-423A-9BD1-BDABBAED1B95}" type="pres">
      <dgm:prSet presAssocID="{18AD952B-F951-414B-A539-15790BF2BFD2}" presName="vert1" presStyleCnt="0"/>
      <dgm:spPr/>
    </dgm:pt>
    <dgm:pt modelId="{61560B11-F228-47CD-8979-8C6C4682E24B}" type="pres">
      <dgm:prSet presAssocID="{40A89114-9824-4F1F-890A-88F9BD5F6BFC}" presName="thickLine" presStyleLbl="alignNode1" presStyleIdx="2" presStyleCnt="3"/>
      <dgm:spPr/>
    </dgm:pt>
    <dgm:pt modelId="{0D7A79E1-A1BF-45D4-AFD2-6365E40BACF6}" type="pres">
      <dgm:prSet presAssocID="{40A89114-9824-4F1F-890A-88F9BD5F6BFC}" presName="horz1" presStyleCnt="0"/>
      <dgm:spPr/>
    </dgm:pt>
    <dgm:pt modelId="{A96E8714-EFC7-4D0F-B03C-5CBBBD0802FE}" type="pres">
      <dgm:prSet presAssocID="{40A89114-9824-4F1F-890A-88F9BD5F6BFC}" presName="tx1" presStyleLbl="revTx" presStyleIdx="2" presStyleCnt="3"/>
      <dgm:spPr/>
    </dgm:pt>
    <dgm:pt modelId="{C5E3D9A4-B031-4792-82E5-D34B49D3BA5A}" type="pres">
      <dgm:prSet presAssocID="{40A89114-9824-4F1F-890A-88F9BD5F6BFC}" presName="vert1" presStyleCnt="0"/>
      <dgm:spPr/>
    </dgm:pt>
  </dgm:ptLst>
  <dgm:cxnLst>
    <dgm:cxn modelId="{E7F50069-0655-465D-B7B2-6839082CCA75}" srcId="{A9C26380-7F64-44A6-8AB6-7101DBA4BA28}" destId="{BBF84D4C-33B3-4733-B56D-A7BCD27BF02F}" srcOrd="0" destOrd="0" parTransId="{A8C4C07F-ABE7-4DDE-8CD7-CD0744852E79}" sibTransId="{A6E5C3A7-F9BF-45F3-B7C9-EFAC99C71C3C}"/>
    <dgm:cxn modelId="{8C8CDE56-57AD-4C08-8D66-2D9121DD341E}" srcId="{A9C26380-7F64-44A6-8AB6-7101DBA4BA28}" destId="{18AD952B-F951-414B-A539-15790BF2BFD2}" srcOrd="1" destOrd="0" parTransId="{4E1B3E1F-E2DF-4D89-B705-05990DA8B896}" sibTransId="{39629B28-B783-42FA-9F6C-8385C3EE2C49}"/>
    <dgm:cxn modelId="{F0F0557C-39B7-40D1-80F5-8543BCF43331}" type="presOf" srcId="{40A89114-9824-4F1F-890A-88F9BD5F6BFC}" destId="{A96E8714-EFC7-4D0F-B03C-5CBBBD0802FE}" srcOrd="0" destOrd="0" presId="urn:microsoft.com/office/officeart/2008/layout/LinedList"/>
    <dgm:cxn modelId="{9FDB3D90-ACD8-4CF5-A5FD-0C5B831ED690}" type="presOf" srcId="{BBF84D4C-33B3-4733-B56D-A7BCD27BF02F}" destId="{E2220148-8CE9-4726-AFDA-C01346ADBAAD}" srcOrd="0" destOrd="0" presId="urn:microsoft.com/office/officeart/2008/layout/LinedList"/>
    <dgm:cxn modelId="{BCEDBD90-3735-4228-8BEB-E5008191B90F}" type="presOf" srcId="{18AD952B-F951-414B-A539-15790BF2BFD2}" destId="{2254496C-73B8-49AD-9CD7-BC6DEA69F0FA}" srcOrd="0" destOrd="0" presId="urn:microsoft.com/office/officeart/2008/layout/LinedList"/>
    <dgm:cxn modelId="{2AA9BCAD-EFB4-4859-A461-081986D86044}" srcId="{A9C26380-7F64-44A6-8AB6-7101DBA4BA28}" destId="{40A89114-9824-4F1F-890A-88F9BD5F6BFC}" srcOrd="2" destOrd="0" parTransId="{AB7EFC74-F297-495A-B320-B6F2B9E226D9}" sibTransId="{19809EED-6410-4EB6-9E77-C9332A4FC402}"/>
    <dgm:cxn modelId="{E2E37AC3-EFF2-4901-8FCD-F1EBAA8A070C}" type="presOf" srcId="{A9C26380-7F64-44A6-8AB6-7101DBA4BA28}" destId="{F24D8880-8D4B-4445-992F-F06096C71E19}" srcOrd="0" destOrd="0" presId="urn:microsoft.com/office/officeart/2008/layout/LinedList"/>
    <dgm:cxn modelId="{93923C9F-668A-4397-8DBE-ABB3225B6981}" type="presParOf" srcId="{F24D8880-8D4B-4445-992F-F06096C71E19}" destId="{01691CC0-6D76-4180-96D5-6E3F93120A31}" srcOrd="0" destOrd="0" presId="urn:microsoft.com/office/officeart/2008/layout/LinedList"/>
    <dgm:cxn modelId="{EE907CC6-7A5E-4394-B51D-6AFC80E94E93}" type="presParOf" srcId="{F24D8880-8D4B-4445-992F-F06096C71E19}" destId="{8D122C7F-AE14-4684-BE39-21704EA719A3}" srcOrd="1" destOrd="0" presId="urn:microsoft.com/office/officeart/2008/layout/LinedList"/>
    <dgm:cxn modelId="{D1D4B19E-F59C-4647-A7E2-8B9F8380D6A5}" type="presParOf" srcId="{8D122C7F-AE14-4684-BE39-21704EA719A3}" destId="{E2220148-8CE9-4726-AFDA-C01346ADBAAD}" srcOrd="0" destOrd="0" presId="urn:microsoft.com/office/officeart/2008/layout/LinedList"/>
    <dgm:cxn modelId="{396C720A-4EC8-42D4-AB89-6301666DEC56}" type="presParOf" srcId="{8D122C7F-AE14-4684-BE39-21704EA719A3}" destId="{0B37F75F-B452-460C-9753-9350CE72613A}" srcOrd="1" destOrd="0" presId="urn:microsoft.com/office/officeart/2008/layout/LinedList"/>
    <dgm:cxn modelId="{1FB6D71E-5103-4FFB-A500-B6F56A0F9CB9}" type="presParOf" srcId="{F24D8880-8D4B-4445-992F-F06096C71E19}" destId="{1A2DDAAA-F9D7-4BBE-B774-737D2DB9777B}" srcOrd="2" destOrd="0" presId="urn:microsoft.com/office/officeart/2008/layout/LinedList"/>
    <dgm:cxn modelId="{5EEB3754-92CC-4C1A-94BA-B80583959A30}" type="presParOf" srcId="{F24D8880-8D4B-4445-992F-F06096C71E19}" destId="{CE71CBD4-1095-4351-A1E0-E04BFDAD8555}" srcOrd="3" destOrd="0" presId="urn:microsoft.com/office/officeart/2008/layout/LinedList"/>
    <dgm:cxn modelId="{F8574209-E6CA-4D56-AD0A-61CB437B9207}" type="presParOf" srcId="{CE71CBD4-1095-4351-A1E0-E04BFDAD8555}" destId="{2254496C-73B8-49AD-9CD7-BC6DEA69F0FA}" srcOrd="0" destOrd="0" presId="urn:microsoft.com/office/officeart/2008/layout/LinedList"/>
    <dgm:cxn modelId="{74AC42A1-19FB-44C2-B5CA-AC29487CA79D}" type="presParOf" srcId="{CE71CBD4-1095-4351-A1E0-E04BFDAD8555}" destId="{B7F42F37-ADB5-423A-9BD1-BDABBAED1B95}" srcOrd="1" destOrd="0" presId="urn:microsoft.com/office/officeart/2008/layout/LinedList"/>
    <dgm:cxn modelId="{3BD9EC9C-0CCF-428C-8DC5-B9749174BEB5}" type="presParOf" srcId="{F24D8880-8D4B-4445-992F-F06096C71E19}" destId="{61560B11-F228-47CD-8979-8C6C4682E24B}" srcOrd="4" destOrd="0" presId="urn:microsoft.com/office/officeart/2008/layout/LinedList"/>
    <dgm:cxn modelId="{D9A2AAED-7344-4334-AAB4-94040043AB64}" type="presParOf" srcId="{F24D8880-8D4B-4445-992F-F06096C71E19}" destId="{0D7A79E1-A1BF-45D4-AFD2-6365E40BACF6}" srcOrd="5" destOrd="0" presId="urn:microsoft.com/office/officeart/2008/layout/LinedList"/>
    <dgm:cxn modelId="{D89B624C-C610-4695-ADBF-83A448C71D37}" type="presParOf" srcId="{0D7A79E1-A1BF-45D4-AFD2-6365E40BACF6}" destId="{A96E8714-EFC7-4D0F-B03C-5CBBBD0802FE}" srcOrd="0" destOrd="0" presId="urn:microsoft.com/office/officeart/2008/layout/LinedList"/>
    <dgm:cxn modelId="{9C8DF4D6-20EB-4CCB-BA55-D8BECA0265E8}" type="presParOf" srcId="{0D7A79E1-A1BF-45D4-AFD2-6365E40BACF6}" destId="{C5E3D9A4-B031-4792-82E5-D34B49D3BA5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07DFEC-2E71-483A-86AA-CAC0591EB5A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5FCCD12-0657-4CFC-A83B-1FA8F893E830}">
      <dgm:prSet/>
      <dgm:spPr/>
      <dgm:t>
        <a:bodyPr/>
        <a:lstStyle/>
        <a:p>
          <a:r>
            <a:rPr lang="en-US"/>
            <a:t>• Define your goal (inform, persuade, explain, etc.)</a:t>
          </a:r>
        </a:p>
      </dgm:t>
    </dgm:pt>
    <dgm:pt modelId="{4BDEB14B-733F-4462-8DA2-587BAA0F50C3}" type="parTrans" cxnId="{AC14904E-E64A-43F6-9D22-77FF888C4A7C}">
      <dgm:prSet/>
      <dgm:spPr/>
      <dgm:t>
        <a:bodyPr/>
        <a:lstStyle/>
        <a:p>
          <a:endParaRPr lang="en-US"/>
        </a:p>
      </dgm:t>
    </dgm:pt>
    <dgm:pt modelId="{5038396A-1AFF-4967-8D91-382B588157B7}" type="sibTrans" cxnId="{AC14904E-E64A-43F6-9D22-77FF888C4A7C}">
      <dgm:prSet/>
      <dgm:spPr/>
      <dgm:t>
        <a:bodyPr/>
        <a:lstStyle/>
        <a:p>
          <a:endParaRPr lang="en-US"/>
        </a:p>
      </dgm:t>
    </dgm:pt>
    <dgm:pt modelId="{BA3D1839-993B-430B-97A6-A61D668901F4}">
      <dgm:prSet/>
      <dgm:spPr/>
      <dgm:t>
        <a:bodyPr/>
        <a:lstStyle/>
        <a:p>
          <a:r>
            <a:rPr lang="en-US"/>
            <a:t>• Identify your audience’s needs and expectations</a:t>
          </a:r>
        </a:p>
      </dgm:t>
    </dgm:pt>
    <dgm:pt modelId="{A9BEAE2E-A85B-4CF4-8591-050AA779E381}" type="parTrans" cxnId="{302ED640-8172-4EC3-AB1F-A154EFA01275}">
      <dgm:prSet/>
      <dgm:spPr/>
      <dgm:t>
        <a:bodyPr/>
        <a:lstStyle/>
        <a:p>
          <a:endParaRPr lang="en-US"/>
        </a:p>
      </dgm:t>
    </dgm:pt>
    <dgm:pt modelId="{A7C3030B-27A1-4397-980A-794B8D8D53A4}" type="sibTrans" cxnId="{302ED640-8172-4EC3-AB1F-A154EFA01275}">
      <dgm:prSet/>
      <dgm:spPr/>
      <dgm:t>
        <a:bodyPr/>
        <a:lstStyle/>
        <a:p>
          <a:endParaRPr lang="en-US"/>
        </a:p>
      </dgm:t>
    </dgm:pt>
    <dgm:pt modelId="{E20A8218-CBD9-4DC5-AE4D-1E54C0925B92}" type="pres">
      <dgm:prSet presAssocID="{2E07DFEC-2E71-483A-86AA-CAC0591EB5A4}" presName="linear" presStyleCnt="0">
        <dgm:presLayoutVars>
          <dgm:animLvl val="lvl"/>
          <dgm:resizeHandles val="exact"/>
        </dgm:presLayoutVars>
      </dgm:prSet>
      <dgm:spPr/>
    </dgm:pt>
    <dgm:pt modelId="{EBAC3C63-5795-4461-BA47-DAFE8CBD9ECC}" type="pres">
      <dgm:prSet presAssocID="{35FCCD12-0657-4CFC-A83B-1FA8F893E830}" presName="parentText" presStyleLbl="node1" presStyleIdx="0" presStyleCnt="2">
        <dgm:presLayoutVars>
          <dgm:chMax val="0"/>
          <dgm:bulletEnabled val="1"/>
        </dgm:presLayoutVars>
      </dgm:prSet>
      <dgm:spPr/>
    </dgm:pt>
    <dgm:pt modelId="{C954BBF6-E6E7-43DC-B994-6E821037E451}" type="pres">
      <dgm:prSet presAssocID="{5038396A-1AFF-4967-8D91-382B588157B7}" presName="spacer" presStyleCnt="0"/>
      <dgm:spPr/>
    </dgm:pt>
    <dgm:pt modelId="{4398B3D4-A720-4963-9DB3-75D8A40C8C48}" type="pres">
      <dgm:prSet presAssocID="{BA3D1839-993B-430B-97A6-A61D668901F4}" presName="parentText" presStyleLbl="node1" presStyleIdx="1" presStyleCnt="2">
        <dgm:presLayoutVars>
          <dgm:chMax val="0"/>
          <dgm:bulletEnabled val="1"/>
        </dgm:presLayoutVars>
      </dgm:prSet>
      <dgm:spPr/>
    </dgm:pt>
  </dgm:ptLst>
  <dgm:cxnLst>
    <dgm:cxn modelId="{D1D9FF25-B096-4B8C-91CF-F15CA54E2F19}" type="presOf" srcId="{35FCCD12-0657-4CFC-A83B-1FA8F893E830}" destId="{EBAC3C63-5795-4461-BA47-DAFE8CBD9ECC}" srcOrd="0" destOrd="0" presId="urn:microsoft.com/office/officeart/2005/8/layout/vList2"/>
    <dgm:cxn modelId="{302ED640-8172-4EC3-AB1F-A154EFA01275}" srcId="{2E07DFEC-2E71-483A-86AA-CAC0591EB5A4}" destId="{BA3D1839-993B-430B-97A6-A61D668901F4}" srcOrd="1" destOrd="0" parTransId="{A9BEAE2E-A85B-4CF4-8591-050AA779E381}" sibTransId="{A7C3030B-27A1-4397-980A-794B8D8D53A4}"/>
    <dgm:cxn modelId="{AC14904E-E64A-43F6-9D22-77FF888C4A7C}" srcId="{2E07DFEC-2E71-483A-86AA-CAC0591EB5A4}" destId="{35FCCD12-0657-4CFC-A83B-1FA8F893E830}" srcOrd="0" destOrd="0" parTransId="{4BDEB14B-733F-4462-8DA2-587BAA0F50C3}" sibTransId="{5038396A-1AFF-4967-8D91-382B588157B7}"/>
    <dgm:cxn modelId="{484DB391-BDCA-43C9-8101-4C45D7BC2512}" type="presOf" srcId="{BA3D1839-993B-430B-97A6-A61D668901F4}" destId="{4398B3D4-A720-4963-9DB3-75D8A40C8C48}" srcOrd="0" destOrd="0" presId="urn:microsoft.com/office/officeart/2005/8/layout/vList2"/>
    <dgm:cxn modelId="{2FDC1CB5-5D38-4E79-BC99-397E3CAAA8D7}" type="presOf" srcId="{2E07DFEC-2E71-483A-86AA-CAC0591EB5A4}" destId="{E20A8218-CBD9-4DC5-AE4D-1E54C0925B92}" srcOrd="0" destOrd="0" presId="urn:microsoft.com/office/officeart/2005/8/layout/vList2"/>
    <dgm:cxn modelId="{7EB51DE3-6FBC-4DAA-8200-869F4CC3B751}" type="presParOf" srcId="{E20A8218-CBD9-4DC5-AE4D-1E54C0925B92}" destId="{EBAC3C63-5795-4461-BA47-DAFE8CBD9ECC}" srcOrd="0" destOrd="0" presId="urn:microsoft.com/office/officeart/2005/8/layout/vList2"/>
    <dgm:cxn modelId="{C73028EB-455B-4B78-ADE8-F5C1E412A497}" type="presParOf" srcId="{E20A8218-CBD9-4DC5-AE4D-1E54C0925B92}" destId="{C954BBF6-E6E7-43DC-B994-6E821037E451}" srcOrd="1" destOrd="0" presId="urn:microsoft.com/office/officeart/2005/8/layout/vList2"/>
    <dgm:cxn modelId="{276D61D2-5411-4697-AFEB-261B46E42B92}" type="presParOf" srcId="{E20A8218-CBD9-4DC5-AE4D-1E54C0925B92}" destId="{4398B3D4-A720-4963-9DB3-75D8A40C8C4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393C6E-4D5C-4C52-AE9F-5CC4C9B300EC}"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A0A09AE0-B900-4C84-BCC4-B218C4B8F8D5}">
      <dgm:prSet/>
      <dgm:spPr/>
      <dgm:t>
        <a:bodyPr/>
        <a:lstStyle/>
        <a:p>
          <a:r>
            <a:rPr lang="en-US"/>
            <a:t>• Finding credible sources</a:t>
          </a:r>
        </a:p>
      </dgm:t>
    </dgm:pt>
    <dgm:pt modelId="{73A17CB1-FA13-4A6C-9D77-129BC89906FC}" type="parTrans" cxnId="{88FCF5F6-70F4-4809-8A84-FD7FBF8792AC}">
      <dgm:prSet/>
      <dgm:spPr/>
      <dgm:t>
        <a:bodyPr/>
        <a:lstStyle/>
        <a:p>
          <a:endParaRPr lang="en-US"/>
        </a:p>
      </dgm:t>
    </dgm:pt>
    <dgm:pt modelId="{F81977D2-B299-402D-BCD2-1F9500AB2B74}" type="sibTrans" cxnId="{88FCF5F6-70F4-4809-8A84-FD7FBF8792AC}">
      <dgm:prSet/>
      <dgm:spPr/>
      <dgm:t>
        <a:bodyPr/>
        <a:lstStyle/>
        <a:p>
          <a:endParaRPr lang="en-US"/>
        </a:p>
      </dgm:t>
    </dgm:pt>
    <dgm:pt modelId="{DC5F823D-4FAF-4A13-904A-36A11451DC71}">
      <dgm:prSet/>
      <dgm:spPr/>
      <dgm:t>
        <a:bodyPr/>
        <a:lstStyle/>
        <a:p>
          <a:r>
            <a:rPr lang="en-US"/>
            <a:t>• Taking organized notes</a:t>
          </a:r>
        </a:p>
      </dgm:t>
    </dgm:pt>
    <dgm:pt modelId="{15556C29-93E8-4A89-AA8C-AA2E2B954428}" type="parTrans" cxnId="{2371FFFA-0219-416D-9BC5-EF3B7F83FCCA}">
      <dgm:prSet/>
      <dgm:spPr/>
      <dgm:t>
        <a:bodyPr/>
        <a:lstStyle/>
        <a:p>
          <a:endParaRPr lang="en-US"/>
        </a:p>
      </dgm:t>
    </dgm:pt>
    <dgm:pt modelId="{EC60B19C-1077-4504-9F5A-5A0C6D1ED697}" type="sibTrans" cxnId="{2371FFFA-0219-416D-9BC5-EF3B7F83FCCA}">
      <dgm:prSet/>
      <dgm:spPr/>
      <dgm:t>
        <a:bodyPr/>
        <a:lstStyle/>
        <a:p>
          <a:endParaRPr lang="en-US"/>
        </a:p>
      </dgm:t>
    </dgm:pt>
    <dgm:pt modelId="{E0484AE8-8F2A-4231-82F3-465420579ADB}">
      <dgm:prSet/>
      <dgm:spPr/>
      <dgm:t>
        <a:bodyPr/>
        <a:lstStyle/>
        <a:p>
          <a:r>
            <a:rPr lang="en-US"/>
            <a:t>• Avoiding information overload</a:t>
          </a:r>
        </a:p>
      </dgm:t>
    </dgm:pt>
    <dgm:pt modelId="{3507485B-3454-4A1C-8A00-F40CF3874F47}" type="parTrans" cxnId="{EAF4CFD2-5D17-4D5B-AEEE-8F1C0237DA57}">
      <dgm:prSet/>
      <dgm:spPr/>
      <dgm:t>
        <a:bodyPr/>
        <a:lstStyle/>
        <a:p>
          <a:endParaRPr lang="en-US"/>
        </a:p>
      </dgm:t>
    </dgm:pt>
    <dgm:pt modelId="{66180F76-9DA8-41F0-8EDA-B25000375F83}" type="sibTrans" cxnId="{EAF4CFD2-5D17-4D5B-AEEE-8F1C0237DA57}">
      <dgm:prSet/>
      <dgm:spPr/>
      <dgm:t>
        <a:bodyPr/>
        <a:lstStyle/>
        <a:p>
          <a:endParaRPr lang="en-US"/>
        </a:p>
      </dgm:t>
    </dgm:pt>
    <dgm:pt modelId="{CAA31A7C-A075-476D-8FA0-8CF87E81640B}" type="pres">
      <dgm:prSet presAssocID="{1D393C6E-4D5C-4C52-AE9F-5CC4C9B300EC}" presName="root" presStyleCnt="0">
        <dgm:presLayoutVars>
          <dgm:dir/>
          <dgm:resizeHandles val="exact"/>
        </dgm:presLayoutVars>
      </dgm:prSet>
      <dgm:spPr/>
    </dgm:pt>
    <dgm:pt modelId="{104118C6-D21A-4A18-8A48-A9D23DA46B5E}" type="pres">
      <dgm:prSet presAssocID="{A0A09AE0-B900-4C84-BCC4-B218C4B8F8D5}" presName="compNode" presStyleCnt="0"/>
      <dgm:spPr/>
    </dgm:pt>
    <dgm:pt modelId="{F75CA2E6-2E98-48F7-A170-BE5A5119E862}" type="pres">
      <dgm:prSet presAssocID="{A0A09AE0-B900-4C84-BCC4-B218C4B8F8D5}" presName="bgRect" presStyleLbl="bgShp" presStyleIdx="0" presStyleCnt="3"/>
      <dgm:spPr/>
    </dgm:pt>
    <dgm:pt modelId="{216416C2-3A28-4AAE-A542-F4C971CB36AA}" type="pres">
      <dgm:prSet presAssocID="{A0A09AE0-B900-4C84-BCC4-B218C4B8F8D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5F3A9702-F3C6-4978-9C9B-64E85DB942BF}" type="pres">
      <dgm:prSet presAssocID="{A0A09AE0-B900-4C84-BCC4-B218C4B8F8D5}" presName="spaceRect" presStyleCnt="0"/>
      <dgm:spPr/>
    </dgm:pt>
    <dgm:pt modelId="{0E3E36DD-5DC6-4CF7-BC54-1FFD6BF8DA3D}" type="pres">
      <dgm:prSet presAssocID="{A0A09AE0-B900-4C84-BCC4-B218C4B8F8D5}" presName="parTx" presStyleLbl="revTx" presStyleIdx="0" presStyleCnt="3">
        <dgm:presLayoutVars>
          <dgm:chMax val="0"/>
          <dgm:chPref val="0"/>
        </dgm:presLayoutVars>
      </dgm:prSet>
      <dgm:spPr/>
    </dgm:pt>
    <dgm:pt modelId="{C0C6CA2D-B15F-4A2A-BE44-207E426A5D47}" type="pres">
      <dgm:prSet presAssocID="{F81977D2-B299-402D-BCD2-1F9500AB2B74}" presName="sibTrans" presStyleCnt="0"/>
      <dgm:spPr/>
    </dgm:pt>
    <dgm:pt modelId="{CDF9C33B-6861-4C25-A486-5ABD2E7E01F8}" type="pres">
      <dgm:prSet presAssocID="{DC5F823D-4FAF-4A13-904A-36A11451DC71}" presName="compNode" presStyleCnt="0"/>
      <dgm:spPr/>
    </dgm:pt>
    <dgm:pt modelId="{9D7A4B04-6D2E-4A83-BC8E-AB395B2D43E9}" type="pres">
      <dgm:prSet presAssocID="{DC5F823D-4FAF-4A13-904A-36A11451DC71}" presName="bgRect" presStyleLbl="bgShp" presStyleIdx="1" presStyleCnt="3"/>
      <dgm:spPr/>
    </dgm:pt>
    <dgm:pt modelId="{087B26C2-3E6D-4C98-B5E2-CE40EBCD9B39}" type="pres">
      <dgm:prSet presAssocID="{DC5F823D-4FAF-4A13-904A-36A11451DC7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54B30C0D-B051-4013-8F18-822413CC84E5}" type="pres">
      <dgm:prSet presAssocID="{DC5F823D-4FAF-4A13-904A-36A11451DC71}" presName="spaceRect" presStyleCnt="0"/>
      <dgm:spPr/>
    </dgm:pt>
    <dgm:pt modelId="{7F852EFB-629A-40AC-9BD8-4C5D6A70DAD9}" type="pres">
      <dgm:prSet presAssocID="{DC5F823D-4FAF-4A13-904A-36A11451DC71}" presName="parTx" presStyleLbl="revTx" presStyleIdx="1" presStyleCnt="3">
        <dgm:presLayoutVars>
          <dgm:chMax val="0"/>
          <dgm:chPref val="0"/>
        </dgm:presLayoutVars>
      </dgm:prSet>
      <dgm:spPr/>
    </dgm:pt>
    <dgm:pt modelId="{9F3C67D3-7889-466D-B00B-B51C6C871B0F}" type="pres">
      <dgm:prSet presAssocID="{EC60B19C-1077-4504-9F5A-5A0C6D1ED697}" presName="sibTrans" presStyleCnt="0"/>
      <dgm:spPr/>
    </dgm:pt>
    <dgm:pt modelId="{631E91BA-9012-4383-98DC-6E74025B671A}" type="pres">
      <dgm:prSet presAssocID="{E0484AE8-8F2A-4231-82F3-465420579ADB}" presName="compNode" presStyleCnt="0"/>
      <dgm:spPr/>
    </dgm:pt>
    <dgm:pt modelId="{F0395EC1-989F-4537-8909-F748F8FC2C13}" type="pres">
      <dgm:prSet presAssocID="{E0484AE8-8F2A-4231-82F3-465420579ADB}" presName="bgRect" presStyleLbl="bgShp" presStyleIdx="2" presStyleCnt="3"/>
      <dgm:spPr/>
    </dgm:pt>
    <dgm:pt modelId="{8BE3EBE9-F38F-4C6F-BD4F-0408B4AA2E23}" type="pres">
      <dgm:prSet presAssocID="{E0484AE8-8F2A-4231-82F3-465420579AD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hredder"/>
        </a:ext>
      </dgm:extLst>
    </dgm:pt>
    <dgm:pt modelId="{6550426D-8F0B-4F45-970D-CFB3C78DEC54}" type="pres">
      <dgm:prSet presAssocID="{E0484AE8-8F2A-4231-82F3-465420579ADB}" presName="spaceRect" presStyleCnt="0"/>
      <dgm:spPr/>
    </dgm:pt>
    <dgm:pt modelId="{86876873-1EC1-4E54-B91F-4E21DD54D89D}" type="pres">
      <dgm:prSet presAssocID="{E0484AE8-8F2A-4231-82F3-465420579ADB}" presName="parTx" presStyleLbl="revTx" presStyleIdx="2" presStyleCnt="3">
        <dgm:presLayoutVars>
          <dgm:chMax val="0"/>
          <dgm:chPref val="0"/>
        </dgm:presLayoutVars>
      </dgm:prSet>
      <dgm:spPr/>
    </dgm:pt>
  </dgm:ptLst>
  <dgm:cxnLst>
    <dgm:cxn modelId="{FAB30207-7D57-4732-BF30-34FC7EF0C21D}" type="presOf" srcId="{E0484AE8-8F2A-4231-82F3-465420579ADB}" destId="{86876873-1EC1-4E54-B91F-4E21DD54D89D}" srcOrd="0" destOrd="0" presId="urn:microsoft.com/office/officeart/2018/2/layout/IconVerticalSolidList"/>
    <dgm:cxn modelId="{21B18B88-3E2B-4C36-A7FA-B6F70F044391}" type="presOf" srcId="{1D393C6E-4D5C-4C52-AE9F-5CC4C9B300EC}" destId="{CAA31A7C-A075-476D-8FA0-8CF87E81640B}" srcOrd="0" destOrd="0" presId="urn:microsoft.com/office/officeart/2018/2/layout/IconVerticalSolidList"/>
    <dgm:cxn modelId="{9E051B8B-9D32-41FE-9B6D-77A8653139FA}" type="presOf" srcId="{A0A09AE0-B900-4C84-BCC4-B218C4B8F8D5}" destId="{0E3E36DD-5DC6-4CF7-BC54-1FFD6BF8DA3D}" srcOrd="0" destOrd="0" presId="urn:microsoft.com/office/officeart/2018/2/layout/IconVerticalSolidList"/>
    <dgm:cxn modelId="{37726C94-D8E6-4677-A969-03F9A29B3FF3}" type="presOf" srcId="{DC5F823D-4FAF-4A13-904A-36A11451DC71}" destId="{7F852EFB-629A-40AC-9BD8-4C5D6A70DAD9}" srcOrd="0" destOrd="0" presId="urn:microsoft.com/office/officeart/2018/2/layout/IconVerticalSolidList"/>
    <dgm:cxn modelId="{EAF4CFD2-5D17-4D5B-AEEE-8F1C0237DA57}" srcId="{1D393C6E-4D5C-4C52-AE9F-5CC4C9B300EC}" destId="{E0484AE8-8F2A-4231-82F3-465420579ADB}" srcOrd="2" destOrd="0" parTransId="{3507485B-3454-4A1C-8A00-F40CF3874F47}" sibTransId="{66180F76-9DA8-41F0-8EDA-B25000375F83}"/>
    <dgm:cxn modelId="{88FCF5F6-70F4-4809-8A84-FD7FBF8792AC}" srcId="{1D393C6E-4D5C-4C52-AE9F-5CC4C9B300EC}" destId="{A0A09AE0-B900-4C84-BCC4-B218C4B8F8D5}" srcOrd="0" destOrd="0" parTransId="{73A17CB1-FA13-4A6C-9D77-129BC89906FC}" sibTransId="{F81977D2-B299-402D-BCD2-1F9500AB2B74}"/>
    <dgm:cxn modelId="{2371FFFA-0219-416D-9BC5-EF3B7F83FCCA}" srcId="{1D393C6E-4D5C-4C52-AE9F-5CC4C9B300EC}" destId="{DC5F823D-4FAF-4A13-904A-36A11451DC71}" srcOrd="1" destOrd="0" parTransId="{15556C29-93E8-4A89-AA8C-AA2E2B954428}" sibTransId="{EC60B19C-1077-4504-9F5A-5A0C6D1ED697}"/>
    <dgm:cxn modelId="{04FB599F-4FE5-4DEE-9C70-D1D7742E6545}" type="presParOf" srcId="{CAA31A7C-A075-476D-8FA0-8CF87E81640B}" destId="{104118C6-D21A-4A18-8A48-A9D23DA46B5E}" srcOrd="0" destOrd="0" presId="urn:microsoft.com/office/officeart/2018/2/layout/IconVerticalSolidList"/>
    <dgm:cxn modelId="{11CCB57C-6554-4BB0-A57B-FC1E8B08F9BB}" type="presParOf" srcId="{104118C6-D21A-4A18-8A48-A9D23DA46B5E}" destId="{F75CA2E6-2E98-48F7-A170-BE5A5119E862}" srcOrd="0" destOrd="0" presId="urn:microsoft.com/office/officeart/2018/2/layout/IconVerticalSolidList"/>
    <dgm:cxn modelId="{34DCF6F4-27C1-4942-87BA-5C6D725B9C80}" type="presParOf" srcId="{104118C6-D21A-4A18-8A48-A9D23DA46B5E}" destId="{216416C2-3A28-4AAE-A542-F4C971CB36AA}" srcOrd="1" destOrd="0" presId="urn:microsoft.com/office/officeart/2018/2/layout/IconVerticalSolidList"/>
    <dgm:cxn modelId="{A881FFAE-5FA5-4E3C-A1DE-9C6B97F86F3D}" type="presParOf" srcId="{104118C6-D21A-4A18-8A48-A9D23DA46B5E}" destId="{5F3A9702-F3C6-4978-9C9B-64E85DB942BF}" srcOrd="2" destOrd="0" presId="urn:microsoft.com/office/officeart/2018/2/layout/IconVerticalSolidList"/>
    <dgm:cxn modelId="{AAEC406A-0630-4E14-9D78-657159FBCA5F}" type="presParOf" srcId="{104118C6-D21A-4A18-8A48-A9D23DA46B5E}" destId="{0E3E36DD-5DC6-4CF7-BC54-1FFD6BF8DA3D}" srcOrd="3" destOrd="0" presId="urn:microsoft.com/office/officeart/2018/2/layout/IconVerticalSolidList"/>
    <dgm:cxn modelId="{8595D280-3584-477F-A342-781E37325C3F}" type="presParOf" srcId="{CAA31A7C-A075-476D-8FA0-8CF87E81640B}" destId="{C0C6CA2D-B15F-4A2A-BE44-207E426A5D47}" srcOrd="1" destOrd="0" presId="urn:microsoft.com/office/officeart/2018/2/layout/IconVerticalSolidList"/>
    <dgm:cxn modelId="{98EEA0A1-B9B0-456B-85D0-970AE2270109}" type="presParOf" srcId="{CAA31A7C-A075-476D-8FA0-8CF87E81640B}" destId="{CDF9C33B-6861-4C25-A486-5ABD2E7E01F8}" srcOrd="2" destOrd="0" presId="urn:microsoft.com/office/officeart/2018/2/layout/IconVerticalSolidList"/>
    <dgm:cxn modelId="{CE1238F1-6308-4030-8ECA-05A766D679A3}" type="presParOf" srcId="{CDF9C33B-6861-4C25-A486-5ABD2E7E01F8}" destId="{9D7A4B04-6D2E-4A83-BC8E-AB395B2D43E9}" srcOrd="0" destOrd="0" presId="urn:microsoft.com/office/officeart/2018/2/layout/IconVerticalSolidList"/>
    <dgm:cxn modelId="{BE73506C-7F39-4075-9723-493215A030F8}" type="presParOf" srcId="{CDF9C33B-6861-4C25-A486-5ABD2E7E01F8}" destId="{087B26C2-3E6D-4C98-B5E2-CE40EBCD9B39}" srcOrd="1" destOrd="0" presId="urn:microsoft.com/office/officeart/2018/2/layout/IconVerticalSolidList"/>
    <dgm:cxn modelId="{8C5CFC53-332C-4E48-8A11-0C16DC60CEB0}" type="presParOf" srcId="{CDF9C33B-6861-4C25-A486-5ABD2E7E01F8}" destId="{54B30C0D-B051-4013-8F18-822413CC84E5}" srcOrd="2" destOrd="0" presId="urn:microsoft.com/office/officeart/2018/2/layout/IconVerticalSolidList"/>
    <dgm:cxn modelId="{344D1547-B017-4649-B931-F0AF2D26F499}" type="presParOf" srcId="{CDF9C33B-6861-4C25-A486-5ABD2E7E01F8}" destId="{7F852EFB-629A-40AC-9BD8-4C5D6A70DAD9}" srcOrd="3" destOrd="0" presId="urn:microsoft.com/office/officeart/2018/2/layout/IconVerticalSolidList"/>
    <dgm:cxn modelId="{7DCDF3BA-A35E-4DBD-9877-527C5813BA8E}" type="presParOf" srcId="{CAA31A7C-A075-476D-8FA0-8CF87E81640B}" destId="{9F3C67D3-7889-466D-B00B-B51C6C871B0F}" srcOrd="3" destOrd="0" presId="urn:microsoft.com/office/officeart/2018/2/layout/IconVerticalSolidList"/>
    <dgm:cxn modelId="{8229FDF5-ECDB-4CCE-A88D-2139DB4A319C}" type="presParOf" srcId="{CAA31A7C-A075-476D-8FA0-8CF87E81640B}" destId="{631E91BA-9012-4383-98DC-6E74025B671A}" srcOrd="4" destOrd="0" presId="urn:microsoft.com/office/officeart/2018/2/layout/IconVerticalSolidList"/>
    <dgm:cxn modelId="{A4642E97-9D2B-40AC-B041-4A13EF8819C4}" type="presParOf" srcId="{631E91BA-9012-4383-98DC-6E74025B671A}" destId="{F0395EC1-989F-4537-8909-F748F8FC2C13}" srcOrd="0" destOrd="0" presId="urn:microsoft.com/office/officeart/2018/2/layout/IconVerticalSolidList"/>
    <dgm:cxn modelId="{D3858551-BFDE-4167-B5D2-9FDB6361FECC}" type="presParOf" srcId="{631E91BA-9012-4383-98DC-6E74025B671A}" destId="{8BE3EBE9-F38F-4C6F-BD4F-0408B4AA2E23}" srcOrd="1" destOrd="0" presId="urn:microsoft.com/office/officeart/2018/2/layout/IconVerticalSolidList"/>
    <dgm:cxn modelId="{6BEECA1C-386C-4631-9149-DEF1039D243B}" type="presParOf" srcId="{631E91BA-9012-4383-98DC-6E74025B671A}" destId="{6550426D-8F0B-4F45-970D-CFB3C78DEC54}" srcOrd="2" destOrd="0" presId="urn:microsoft.com/office/officeart/2018/2/layout/IconVerticalSolidList"/>
    <dgm:cxn modelId="{21448845-EB7B-4E13-8BFD-EEAAAEC4BACA}" type="presParOf" srcId="{631E91BA-9012-4383-98DC-6E74025B671A}" destId="{86876873-1EC1-4E54-B91F-4E21DD54D89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91CC0-6D76-4180-96D5-6E3F93120A31}">
      <dsp:nvSpPr>
        <dsp:cNvPr id="0" name=""/>
        <dsp:cNvSpPr/>
      </dsp:nvSpPr>
      <dsp:spPr>
        <a:xfrm>
          <a:off x="0" y="2101"/>
          <a:ext cx="5036058"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E2220148-8CE9-4726-AFDA-C01346ADBAAD}">
      <dsp:nvSpPr>
        <dsp:cNvPr id="0" name=""/>
        <dsp:cNvSpPr/>
      </dsp:nvSpPr>
      <dsp:spPr>
        <a:xfrm>
          <a:off x="0" y="2101"/>
          <a:ext cx="5036058" cy="1433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What is Pre-Writing?</a:t>
          </a:r>
        </a:p>
      </dsp:txBody>
      <dsp:txXfrm>
        <a:off x="0" y="2101"/>
        <a:ext cx="5036058" cy="1433087"/>
      </dsp:txXfrm>
    </dsp:sp>
    <dsp:sp modelId="{1A2DDAAA-F9D7-4BBE-B774-737D2DB9777B}">
      <dsp:nvSpPr>
        <dsp:cNvPr id="0" name=""/>
        <dsp:cNvSpPr/>
      </dsp:nvSpPr>
      <dsp:spPr>
        <a:xfrm>
          <a:off x="0" y="1435188"/>
          <a:ext cx="5036058" cy="0"/>
        </a:xfrm>
        <a:prstGeom prst="line">
          <a:avLst/>
        </a:prstGeom>
        <a:solidFill>
          <a:schemeClr val="accent2">
            <a:hueOff val="2340759"/>
            <a:satOff val="-2919"/>
            <a:lumOff val="686"/>
            <a:alphaOff val="0"/>
          </a:schemeClr>
        </a:solidFill>
        <a:ln w="25400" cap="flat" cmpd="sng" algn="ctr">
          <a:solidFill>
            <a:schemeClr val="accent2">
              <a:hueOff val="2340759"/>
              <a:satOff val="-2919"/>
              <a:lumOff val="686"/>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2254496C-73B8-49AD-9CD7-BC6DEA69F0FA}">
      <dsp:nvSpPr>
        <dsp:cNvPr id="0" name=""/>
        <dsp:cNvSpPr/>
      </dsp:nvSpPr>
      <dsp:spPr>
        <a:xfrm>
          <a:off x="0" y="1435188"/>
          <a:ext cx="5036058" cy="1433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 Importance of Pre-Writing in the Writing Process</a:t>
          </a:r>
        </a:p>
      </dsp:txBody>
      <dsp:txXfrm>
        <a:off x="0" y="1435188"/>
        <a:ext cx="5036058" cy="1433087"/>
      </dsp:txXfrm>
    </dsp:sp>
    <dsp:sp modelId="{61560B11-F228-47CD-8979-8C6C4682E24B}">
      <dsp:nvSpPr>
        <dsp:cNvPr id="0" name=""/>
        <dsp:cNvSpPr/>
      </dsp:nvSpPr>
      <dsp:spPr>
        <a:xfrm>
          <a:off x="0" y="2868276"/>
          <a:ext cx="5036058" cy="0"/>
        </a:xfrm>
        <a:prstGeom prst="line">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96E8714-EFC7-4D0F-B03C-5CBBBD0802FE}">
      <dsp:nvSpPr>
        <dsp:cNvPr id="0" name=""/>
        <dsp:cNvSpPr/>
      </dsp:nvSpPr>
      <dsp:spPr>
        <a:xfrm>
          <a:off x="0" y="2868276"/>
          <a:ext cx="5036058" cy="1433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 How Pre-Writing Helps you?</a:t>
          </a:r>
        </a:p>
      </dsp:txBody>
      <dsp:txXfrm>
        <a:off x="0" y="2868276"/>
        <a:ext cx="5036058" cy="14330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C3C63-5795-4461-BA47-DAFE8CBD9ECC}">
      <dsp:nvSpPr>
        <dsp:cNvPr id="0" name=""/>
        <dsp:cNvSpPr/>
      </dsp:nvSpPr>
      <dsp:spPr>
        <a:xfrm>
          <a:off x="0" y="7392"/>
          <a:ext cx="5036058" cy="208961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 Define your goal (inform, persuade, explain, etc.)</a:t>
          </a:r>
        </a:p>
      </dsp:txBody>
      <dsp:txXfrm>
        <a:off x="102007" y="109399"/>
        <a:ext cx="4832044" cy="1885605"/>
      </dsp:txXfrm>
    </dsp:sp>
    <dsp:sp modelId="{4398B3D4-A720-4963-9DB3-75D8A40C8C48}">
      <dsp:nvSpPr>
        <dsp:cNvPr id="0" name=""/>
        <dsp:cNvSpPr/>
      </dsp:nvSpPr>
      <dsp:spPr>
        <a:xfrm>
          <a:off x="0" y="2206452"/>
          <a:ext cx="5036058" cy="2089619"/>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a:t>• Identify your audience’s needs and expectations</a:t>
          </a:r>
        </a:p>
      </dsp:txBody>
      <dsp:txXfrm>
        <a:off x="102007" y="2308459"/>
        <a:ext cx="4832044" cy="18856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CA2E6-2E98-48F7-A170-BE5A5119E862}">
      <dsp:nvSpPr>
        <dsp:cNvPr id="0" name=""/>
        <dsp:cNvSpPr/>
      </dsp:nvSpPr>
      <dsp:spPr>
        <a:xfrm>
          <a:off x="0" y="682"/>
          <a:ext cx="4683949"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6416C2-3A28-4AAE-A542-F4C971CB36AA}">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3E36DD-5DC6-4CF7-BC54-1FFD6BF8DA3D}">
      <dsp:nvSpPr>
        <dsp:cNvPr id="0" name=""/>
        <dsp:cNvSpPr/>
      </dsp:nvSpPr>
      <dsp:spPr>
        <a:xfrm>
          <a:off x="1844034" y="682"/>
          <a:ext cx="2839914"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 Finding credible sources</a:t>
          </a:r>
        </a:p>
      </dsp:txBody>
      <dsp:txXfrm>
        <a:off x="1844034" y="682"/>
        <a:ext cx="2839914" cy="1596566"/>
      </dsp:txXfrm>
    </dsp:sp>
    <dsp:sp modelId="{9D7A4B04-6D2E-4A83-BC8E-AB395B2D43E9}">
      <dsp:nvSpPr>
        <dsp:cNvPr id="0" name=""/>
        <dsp:cNvSpPr/>
      </dsp:nvSpPr>
      <dsp:spPr>
        <a:xfrm>
          <a:off x="0" y="1996390"/>
          <a:ext cx="4683949"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7B26C2-3E6D-4C98-B5E2-CE40EBCD9B39}">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F852EFB-629A-40AC-9BD8-4C5D6A70DAD9}">
      <dsp:nvSpPr>
        <dsp:cNvPr id="0" name=""/>
        <dsp:cNvSpPr/>
      </dsp:nvSpPr>
      <dsp:spPr>
        <a:xfrm>
          <a:off x="1844034" y="1996390"/>
          <a:ext cx="2839914"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 Taking organized notes</a:t>
          </a:r>
        </a:p>
      </dsp:txBody>
      <dsp:txXfrm>
        <a:off x="1844034" y="1996390"/>
        <a:ext cx="2839914" cy="1596566"/>
      </dsp:txXfrm>
    </dsp:sp>
    <dsp:sp modelId="{F0395EC1-989F-4537-8909-F748F8FC2C13}">
      <dsp:nvSpPr>
        <dsp:cNvPr id="0" name=""/>
        <dsp:cNvSpPr/>
      </dsp:nvSpPr>
      <dsp:spPr>
        <a:xfrm>
          <a:off x="0" y="3992098"/>
          <a:ext cx="4683949"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E3EBE9-F38F-4C6F-BD4F-0408B4AA2E23}">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876873-1EC1-4E54-B91F-4E21DD54D89D}">
      <dsp:nvSpPr>
        <dsp:cNvPr id="0" name=""/>
        <dsp:cNvSpPr/>
      </dsp:nvSpPr>
      <dsp:spPr>
        <a:xfrm>
          <a:off x="1844034" y="3992098"/>
          <a:ext cx="2839914"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1111250">
            <a:lnSpc>
              <a:spcPct val="90000"/>
            </a:lnSpc>
            <a:spcBef>
              <a:spcPct val="0"/>
            </a:spcBef>
            <a:spcAft>
              <a:spcPct val="35000"/>
            </a:spcAft>
            <a:buNone/>
          </a:pPr>
          <a:r>
            <a:rPr lang="en-US" sz="2500" kern="1200"/>
            <a:t>• Avoiding information overload</a:t>
          </a:r>
        </a:p>
      </dsp:txBody>
      <dsp:txXfrm>
        <a:off x="1844034" y="3992098"/>
        <a:ext cx="2839914" cy="159656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5B52AD2-FEE3-3904-DDEC-2A6411480CD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25FDD8D-90B9-F6C0-1798-DEFEF936E0DD}"/>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3B8D8BEB-6733-1CC1-6800-A58CA2F24E0E}"/>
              </a:ext>
            </a:extLst>
          </p:cNvPr>
          <p:cNvSpPr>
            <a:spLocks noGrp="1" noChangeArrowheads="1"/>
          </p:cNvSpPr>
          <p:nvPr>
            <p:ph type="sldNum" sz="quarter" idx="12"/>
          </p:nvPr>
        </p:nvSpPr>
        <p:spPr>
          <a:ln/>
        </p:spPr>
        <p:txBody>
          <a:bodyPr/>
          <a:lstStyle>
            <a:lvl1pPr>
              <a:defRPr/>
            </a:lvl1pPr>
          </a:lstStyle>
          <a:p>
            <a:pPr>
              <a:defRPr/>
            </a:pPr>
            <a:fld id="{E8F379EA-932A-4CB9-B5E6-B9B940C2F90A}" type="slidenum">
              <a:rPr lang="en-US" altLang="en-US"/>
              <a:pPr>
                <a:defRPr/>
              </a:pPr>
              <a:t>‹#›</a:t>
            </a:fld>
            <a:endParaRPr lang="en-US" altLang="en-US"/>
          </a:p>
        </p:txBody>
      </p:sp>
    </p:spTree>
    <p:extLst>
      <p:ext uri="{BB962C8B-B14F-4D97-AF65-F5344CB8AC3E}">
        <p14:creationId xmlns:p14="http://schemas.microsoft.com/office/powerpoint/2010/main" val="1833086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FD371C7-CB94-11E9-A21F-5D2EBB14C26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6DB0D59-B48D-EA97-97A0-0474D3967A88}"/>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DA5830A1-439E-525B-BA53-58C2DC0ACB17}"/>
              </a:ext>
            </a:extLst>
          </p:cNvPr>
          <p:cNvSpPr>
            <a:spLocks noGrp="1" noChangeArrowheads="1"/>
          </p:cNvSpPr>
          <p:nvPr>
            <p:ph type="sldNum" sz="quarter" idx="12"/>
          </p:nvPr>
        </p:nvSpPr>
        <p:spPr>
          <a:ln/>
        </p:spPr>
        <p:txBody>
          <a:bodyPr/>
          <a:lstStyle>
            <a:lvl1pPr>
              <a:defRPr/>
            </a:lvl1pPr>
          </a:lstStyle>
          <a:p>
            <a:pPr>
              <a:defRPr/>
            </a:pPr>
            <a:fld id="{BD2C2D6A-FCFC-49F0-856C-5D082591EC04}" type="slidenum">
              <a:rPr lang="en-US" altLang="en-US"/>
              <a:pPr>
                <a:defRPr/>
              </a:pPr>
              <a:t>‹#›</a:t>
            </a:fld>
            <a:endParaRPr lang="en-US" altLang="en-US"/>
          </a:p>
        </p:txBody>
      </p:sp>
    </p:spTree>
    <p:extLst>
      <p:ext uri="{BB962C8B-B14F-4D97-AF65-F5344CB8AC3E}">
        <p14:creationId xmlns:p14="http://schemas.microsoft.com/office/powerpoint/2010/main" val="3876741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B7A8DE9-D6DC-12C6-6B12-FDBE87789B6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732F63A-917A-2D00-D996-6512E638D04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9C204F40-6BDF-C70A-BA78-3AAF6F3EB2E6}"/>
              </a:ext>
            </a:extLst>
          </p:cNvPr>
          <p:cNvSpPr>
            <a:spLocks noGrp="1" noChangeArrowheads="1"/>
          </p:cNvSpPr>
          <p:nvPr>
            <p:ph type="sldNum" sz="quarter" idx="12"/>
          </p:nvPr>
        </p:nvSpPr>
        <p:spPr>
          <a:ln/>
        </p:spPr>
        <p:txBody>
          <a:bodyPr/>
          <a:lstStyle>
            <a:lvl1pPr>
              <a:defRPr/>
            </a:lvl1pPr>
          </a:lstStyle>
          <a:p>
            <a:pPr>
              <a:defRPr/>
            </a:pPr>
            <a:fld id="{748F6F58-2112-49EE-B1A3-32E4C8F05CCF}" type="slidenum">
              <a:rPr lang="en-US" altLang="en-US"/>
              <a:pPr>
                <a:defRPr/>
              </a:pPr>
              <a:t>‹#›</a:t>
            </a:fld>
            <a:endParaRPr lang="en-US" altLang="en-US"/>
          </a:p>
        </p:txBody>
      </p:sp>
    </p:spTree>
    <p:extLst>
      <p:ext uri="{BB962C8B-B14F-4D97-AF65-F5344CB8AC3E}">
        <p14:creationId xmlns:p14="http://schemas.microsoft.com/office/powerpoint/2010/main" val="704868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A9AADCD-C6FE-9B89-98E1-0AC34A038AF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086BE27-B46E-F72D-12A5-DABB6732B46E}"/>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8A067CD1-5170-0FC0-C817-A30529BDD7E8}"/>
              </a:ext>
            </a:extLst>
          </p:cNvPr>
          <p:cNvSpPr>
            <a:spLocks noGrp="1" noChangeArrowheads="1"/>
          </p:cNvSpPr>
          <p:nvPr>
            <p:ph type="sldNum" sz="quarter" idx="12"/>
          </p:nvPr>
        </p:nvSpPr>
        <p:spPr>
          <a:ln/>
        </p:spPr>
        <p:txBody>
          <a:bodyPr/>
          <a:lstStyle>
            <a:lvl1pPr>
              <a:defRPr/>
            </a:lvl1pPr>
          </a:lstStyle>
          <a:p>
            <a:pPr>
              <a:defRPr/>
            </a:pPr>
            <a:fld id="{21E30196-3DAB-4B35-8F04-82234475256E}" type="slidenum">
              <a:rPr lang="en-US" altLang="en-US"/>
              <a:pPr>
                <a:defRPr/>
              </a:pPr>
              <a:t>‹#›</a:t>
            </a:fld>
            <a:endParaRPr lang="en-US" altLang="en-US"/>
          </a:p>
        </p:txBody>
      </p:sp>
    </p:spTree>
    <p:extLst>
      <p:ext uri="{BB962C8B-B14F-4D97-AF65-F5344CB8AC3E}">
        <p14:creationId xmlns:p14="http://schemas.microsoft.com/office/powerpoint/2010/main" val="1683613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C9B3612-BDC2-AA83-4FB7-0ED1D2D1B2B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87880BF6-0301-7769-60CA-B1F5CA16E99A}"/>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9" name="Rectangle 6">
            <a:extLst>
              <a:ext uri="{FF2B5EF4-FFF2-40B4-BE49-F238E27FC236}">
                <a16:creationId xmlns:a16="http://schemas.microsoft.com/office/drawing/2014/main" id="{A01A65D7-3845-2E71-F3A6-94A662E35525}"/>
              </a:ext>
            </a:extLst>
          </p:cNvPr>
          <p:cNvSpPr>
            <a:spLocks noGrp="1" noChangeArrowheads="1"/>
          </p:cNvSpPr>
          <p:nvPr>
            <p:ph type="sldNum" sz="quarter" idx="12"/>
          </p:nvPr>
        </p:nvSpPr>
        <p:spPr>
          <a:ln/>
        </p:spPr>
        <p:txBody>
          <a:bodyPr/>
          <a:lstStyle>
            <a:lvl1pPr>
              <a:defRPr/>
            </a:lvl1pPr>
          </a:lstStyle>
          <a:p>
            <a:pPr>
              <a:defRPr/>
            </a:pPr>
            <a:fld id="{B2E0E5DC-B30A-4B97-8ADF-0A113B828CB1}" type="slidenum">
              <a:rPr lang="en-US" altLang="en-US"/>
              <a:pPr>
                <a:defRPr/>
              </a:pPr>
              <a:t>‹#›</a:t>
            </a:fld>
            <a:endParaRPr lang="en-US" altLang="en-US"/>
          </a:p>
        </p:txBody>
      </p:sp>
    </p:spTree>
    <p:extLst>
      <p:ext uri="{BB962C8B-B14F-4D97-AF65-F5344CB8AC3E}">
        <p14:creationId xmlns:p14="http://schemas.microsoft.com/office/powerpoint/2010/main" val="17727650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62D5597A-5424-3577-D7F6-C5F14C3FEE2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3DC8C46-7192-6452-7A6E-ADA442F61C03}"/>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5" name="Rectangle 6">
            <a:extLst>
              <a:ext uri="{FF2B5EF4-FFF2-40B4-BE49-F238E27FC236}">
                <a16:creationId xmlns:a16="http://schemas.microsoft.com/office/drawing/2014/main" id="{C3723C05-C4C7-91C1-352D-B5D77F94F10C}"/>
              </a:ext>
            </a:extLst>
          </p:cNvPr>
          <p:cNvSpPr>
            <a:spLocks noGrp="1" noChangeArrowheads="1"/>
          </p:cNvSpPr>
          <p:nvPr>
            <p:ph type="sldNum" sz="quarter" idx="12"/>
          </p:nvPr>
        </p:nvSpPr>
        <p:spPr>
          <a:ln/>
        </p:spPr>
        <p:txBody>
          <a:bodyPr/>
          <a:lstStyle>
            <a:lvl1pPr>
              <a:defRPr/>
            </a:lvl1pPr>
          </a:lstStyle>
          <a:p>
            <a:pPr>
              <a:defRPr/>
            </a:pPr>
            <a:fld id="{F093F47A-AD57-460F-A640-88FE9AE4D6B9}" type="slidenum">
              <a:rPr lang="en-US" altLang="en-US"/>
              <a:pPr>
                <a:defRPr/>
              </a:pPr>
              <a:t>‹#›</a:t>
            </a:fld>
            <a:endParaRPr lang="en-US" altLang="en-US"/>
          </a:p>
        </p:txBody>
      </p:sp>
    </p:spTree>
    <p:extLst>
      <p:ext uri="{BB962C8B-B14F-4D97-AF65-F5344CB8AC3E}">
        <p14:creationId xmlns:p14="http://schemas.microsoft.com/office/powerpoint/2010/main" val="39137225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08E3253-DA3E-235D-2FB2-A0EF3DC6B05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EDA1597-4C44-6680-B731-AF8F9BE7838C}"/>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4" name="Rectangle 6">
            <a:extLst>
              <a:ext uri="{FF2B5EF4-FFF2-40B4-BE49-F238E27FC236}">
                <a16:creationId xmlns:a16="http://schemas.microsoft.com/office/drawing/2014/main" id="{042E7629-554F-32E7-81E9-99E392E6756D}"/>
              </a:ext>
            </a:extLst>
          </p:cNvPr>
          <p:cNvSpPr>
            <a:spLocks noGrp="1" noChangeArrowheads="1"/>
          </p:cNvSpPr>
          <p:nvPr>
            <p:ph type="sldNum" sz="quarter" idx="12"/>
          </p:nvPr>
        </p:nvSpPr>
        <p:spPr>
          <a:ln/>
        </p:spPr>
        <p:txBody>
          <a:bodyPr/>
          <a:lstStyle>
            <a:lvl1pPr>
              <a:defRPr/>
            </a:lvl1pPr>
          </a:lstStyle>
          <a:p>
            <a:pPr>
              <a:defRPr/>
            </a:pPr>
            <a:fld id="{A00A166C-A6F2-4ABD-9D57-E64892B89022}" type="slidenum">
              <a:rPr lang="en-US" altLang="en-US"/>
              <a:pPr>
                <a:defRPr/>
              </a:pPr>
              <a:t>‹#›</a:t>
            </a:fld>
            <a:endParaRPr lang="en-US" altLang="en-US"/>
          </a:p>
        </p:txBody>
      </p:sp>
    </p:spTree>
    <p:extLst>
      <p:ext uri="{BB962C8B-B14F-4D97-AF65-F5344CB8AC3E}">
        <p14:creationId xmlns:p14="http://schemas.microsoft.com/office/powerpoint/2010/main" val="3433269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74032FD-5EAE-B665-C48F-54F3E8B1281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D684A96-ABBE-2393-7A49-1DB637D0DAB9}"/>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356C7FE2-8B7C-7172-36E4-493879470DEF}"/>
              </a:ext>
            </a:extLst>
          </p:cNvPr>
          <p:cNvSpPr>
            <a:spLocks noGrp="1" noChangeArrowheads="1"/>
          </p:cNvSpPr>
          <p:nvPr>
            <p:ph type="sldNum" sz="quarter" idx="12"/>
          </p:nvPr>
        </p:nvSpPr>
        <p:spPr>
          <a:ln/>
        </p:spPr>
        <p:txBody>
          <a:bodyPr/>
          <a:lstStyle>
            <a:lvl1pPr>
              <a:defRPr/>
            </a:lvl1pPr>
          </a:lstStyle>
          <a:p>
            <a:pPr>
              <a:defRPr/>
            </a:pPr>
            <a:fld id="{5BE01741-9C52-4ABB-9694-395DBE95166F}" type="slidenum">
              <a:rPr lang="en-US" altLang="en-US"/>
              <a:pPr>
                <a:defRPr/>
              </a:pPr>
              <a:t>‹#›</a:t>
            </a:fld>
            <a:endParaRPr lang="en-US" altLang="en-US"/>
          </a:p>
        </p:txBody>
      </p:sp>
    </p:spTree>
    <p:extLst>
      <p:ext uri="{BB962C8B-B14F-4D97-AF65-F5344CB8AC3E}">
        <p14:creationId xmlns:p14="http://schemas.microsoft.com/office/powerpoint/2010/main" val="41476735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82A29E3-39D9-E0CA-182F-ABBC6536E52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7D638CA-250F-8604-7A7F-CA85A2AED9E1}"/>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533840CD-A784-3B14-265F-3E7C4339273E}"/>
              </a:ext>
            </a:extLst>
          </p:cNvPr>
          <p:cNvSpPr>
            <a:spLocks noGrp="1" noChangeArrowheads="1"/>
          </p:cNvSpPr>
          <p:nvPr>
            <p:ph type="sldNum" sz="quarter" idx="12"/>
          </p:nvPr>
        </p:nvSpPr>
        <p:spPr>
          <a:ln/>
        </p:spPr>
        <p:txBody>
          <a:bodyPr/>
          <a:lstStyle>
            <a:lvl1pPr>
              <a:defRPr/>
            </a:lvl1pPr>
          </a:lstStyle>
          <a:p>
            <a:pPr>
              <a:defRPr/>
            </a:pPr>
            <a:fld id="{92BD0B85-47B9-44AA-BFC5-64E8A6793D5F}" type="slidenum">
              <a:rPr lang="en-US" altLang="en-US"/>
              <a:pPr>
                <a:defRPr/>
              </a:pPr>
              <a:t>‹#›</a:t>
            </a:fld>
            <a:endParaRPr lang="en-US" altLang="en-US"/>
          </a:p>
        </p:txBody>
      </p:sp>
    </p:spTree>
    <p:extLst>
      <p:ext uri="{BB962C8B-B14F-4D97-AF65-F5344CB8AC3E}">
        <p14:creationId xmlns:p14="http://schemas.microsoft.com/office/powerpoint/2010/main" val="60390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A52143D-EE48-893F-A331-A0C2441F654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5FB8DE4-D42F-364E-E28A-9492192DBB0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30F34D43-B5F2-9BFB-9E4D-891DEF279CD4}"/>
              </a:ext>
            </a:extLst>
          </p:cNvPr>
          <p:cNvSpPr>
            <a:spLocks noGrp="1" noChangeArrowheads="1"/>
          </p:cNvSpPr>
          <p:nvPr>
            <p:ph type="sldNum" sz="quarter" idx="12"/>
          </p:nvPr>
        </p:nvSpPr>
        <p:spPr>
          <a:ln/>
        </p:spPr>
        <p:txBody>
          <a:bodyPr/>
          <a:lstStyle>
            <a:lvl1pPr>
              <a:defRPr/>
            </a:lvl1pPr>
          </a:lstStyle>
          <a:p>
            <a:pPr>
              <a:defRPr/>
            </a:pPr>
            <a:fld id="{D289C71F-B7B8-4B10-B42E-88DC9D4386A4}" type="slidenum">
              <a:rPr lang="en-US" altLang="en-US"/>
              <a:pPr>
                <a:defRPr/>
              </a:pPr>
              <a:t>‹#›</a:t>
            </a:fld>
            <a:endParaRPr lang="en-US" altLang="en-US"/>
          </a:p>
        </p:txBody>
      </p:sp>
    </p:spTree>
    <p:extLst>
      <p:ext uri="{BB962C8B-B14F-4D97-AF65-F5344CB8AC3E}">
        <p14:creationId xmlns:p14="http://schemas.microsoft.com/office/powerpoint/2010/main" val="41196825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C61E45F-8A73-4C27-5757-879F3F92CF6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ECBDB71-5D11-036C-CD37-BF2ED622FEDE}"/>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D2535C72-883D-9012-138C-052CBECAEEF1}"/>
              </a:ext>
            </a:extLst>
          </p:cNvPr>
          <p:cNvSpPr>
            <a:spLocks noGrp="1" noChangeArrowheads="1"/>
          </p:cNvSpPr>
          <p:nvPr>
            <p:ph type="sldNum" sz="quarter" idx="12"/>
          </p:nvPr>
        </p:nvSpPr>
        <p:spPr>
          <a:ln/>
        </p:spPr>
        <p:txBody>
          <a:bodyPr/>
          <a:lstStyle>
            <a:lvl1pPr>
              <a:defRPr/>
            </a:lvl1pPr>
          </a:lstStyle>
          <a:p>
            <a:pPr>
              <a:defRPr/>
            </a:pPr>
            <a:fld id="{6C1CC854-D405-4BA8-9433-9C8C19C94E99}" type="slidenum">
              <a:rPr lang="en-US" altLang="en-US"/>
              <a:pPr>
                <a:defRPr/>
              </a:pPr>
              <a:t>‹#›</a:t>
            </a:fld>
            <a:endParaRPr lang="en-US" altLang="en-US"/>
          </a:p>
        </p:txBody>
      </p:sp>
    </p:spTree>
    <p:extLst>
      <p:ext uri="{BB962C8B-B14F-4D97-AF65-F5344CB8AC3E}">
        <p14:creationId xmlns:p14="http://schemas.microsoft.com/office/powerpoint/2010/main" val="2552267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391EB1B-22B9-C61C-C028-29256D6E7A26}"/>
              </a:ext>
            </a:extLst>
          </p:cNvPr>
          <p:cNvSpPr>
            <a:spLocks noGrp="1" noChangeArrowheads="1"/>
          </p:cNvSpPr>
          <p:nvPr>
            <p:ph type="title"/>
          </p:nvPr>
        </p:nvSpPr>
        <p:spPr bwMode="auto">
          <a:xfrm>
            <a:off x="457200" y="27432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809173B-116F-2A4A-A98F-7DABF37E3861}"/>
              </a:ext>
            </a:extLst>
          </p:cNvPr>
          <p:cNvSpPr>
            <a:spLocks noGrp="1" noChangeArrowheads="1"/>
          </p:cNvSpPr>
          <p:nvPr>
            <p:ph type="body" idx="1"/>
          </p:nvPr>
        </p:nvSpPr>
        <p:spPr bwMode="auto">
          <a:xfrm>
            <a:off x="457200" y="1600200"/>
            <a:ext cx="8229600" cy="452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9092" name="Rectangle 4">
            <a:extLst>
              <a:ext uri="{FF2B5EF4-FFF2-40B4-BE49-F238E27FC236}">
                <a16:creationId xmlns:a16="http://schemas.microsoft.com/office/drawing/2014/main" id="{4FE94FD9-8A8B-5260-2F64-C788AF12C92C}"/>
              </a:ext>
            </a:extLst>
          </p:cNvPr>
          <p:cNvSpPr>
            <a:spLocks noGrp="1" noChangeArrowheads="1"/>
          </p:cNvSpPr>
          <p:nvPr>
            <p:ph type="dt" sz="half" idx="2"/>
          </p:nvPr>
        </p:nvSpPr>
        <p:spPr bwMode="auto">
          <a:xfrm>
            <a:off x="457200" y="6244591"/>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endParaRPr lang="en-US"/>
          </a:p>
        </p:txBody>
      </p:sp>
      <p:sp>
        <p:nvSpPr>
          <p:cNvPr id="89093" name="Rectangle 5">
            <a:extLst>
              <a:ext uri="{FF2B5EF4-FFF2-40B4-BE49-F238E27FC236}">
                <a16:creationId xmlns:a16="http://schemas.microsoft.com/office/drawing/2014/main" id="{A7426C23-9AB9-A4E1-C733-51D35BE134AD}"/>
              </a:ext>
            </a:extLst>
          </p:cNvPr>
          <p:cNvSpPr>
            <a:spLocks noGrp="1" noChangeArrowheads="1"/>
          </p:cNvSpPr>
          <p:nvPr>
            <p:ph type="ftr" sz="quarter" idx="3"/>
          </p:nvPr>
        </p:nvSpPr>
        <p:spPr bwMode="auto">
          <a:xfrm>
            <a:off x="3124200" y="6244591"/>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r>
              <a:rPr lang="en-US"/>
              <a:t>Discrete Structures</a:t>
            </a:r>
          </a:p>
        </p:txBody>
      </p:sp>
      <p:sp>
        <p:nvSpPr>
          <p:cNvPr id="89094" name="Rectangle 6">
            <a:extLst>
              <a:ext uri="{FF2B5EF4-FFF2-40B4-BE49-F238E27FC236}">
                <a16:creationId xmlns:a16="http://schemas.microsoft.com/office/drawing/2014/main" id="{F9AC07E4-A4B8-826D-6CDB-2FC0730AAEA2}"/>
              </a:ext>
            </a:extLst>
          </p:cNvPr>
          <p:cNvSpPr>
            <a:spLocks noGrp="1" noChangeArrowheads="1"/>
          </p:cNvSpPr>
          <p:nvPr>
            <p:ph type="sldNum" sz="quarter" idx="4"/>
          </p:nvPr>
        </p:nvSpPr>
        <p:spPr bwMode="auto">
          <a:xfrm>
            <a:off x="6553200" y="6244591"/>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F0FCB398-15D2-462A-82FA-308849C3A5A9}" type="slidenum">
              <a:rPr lang="en-US" altLang="en-US"/>
              <a:pPr>
                <a:defRPr/>
              </a:pPr>
              <a:t>‹#›</a:t>
            </a:fld>
            <a:endParaRPr lang="en-US" altLang="en-US"/>
          </a:p>
        </p:txBody>
      </p:sp>
    </p:spTree>
    <p:extLst>
      <p:ext uri="{BB962C8B-B14F-4D97-AF65-F5344CB8AC3E}">
        <p14:creationId xmlns:p14="http://schemas.microsoft.com/office/powerpoint/2010/main" val="483621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2">
            <a:extLst>
              <a:ext uri="{FF2B5EF4-FFF2-40B4-BE49-F238E27FC236}">
                <a16:creationId xmlns:a16="http://schemas.microsoft.com/office/drawing/2014/main" id="{5B3B20DE-6052-4DFF-3A6F-2237B821A9B9}"/>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defTabSz="914400" fontAlgn="base">
              <a:spcBef>
                <a:spcPct val="0"/>
              </a:spcBef>
              <a:spcAft>
                <a:spcPct val="0"/>
              </a:spcAft>
              <a:buNone/>
            </a:pPr>
            <a:fld id="{A3A36B63-E4D5-47EE-9C8F-349867FD87B6}" type="slidenum">
              <a:rPr lang="en-US" altLang="en-US" sz="1400">
                <a:solidFill>
                  <a:srgbClr val="000000"/>
                </a:solidFill>
              </a:rPr>
              <a:pPr algn="r" defTabSz="914400" fontAlgn="base">
                <a:spcBef>
                  <a:spcPct val="0"/>
                </a:spcBef>
                <a:spcAft>
                  <a:spcPct val="0"/>
                </a:spcAft>
                <a:buNone/>
              </a:pPr>
              <a:t>1</a:t>
            </a:fld>
            <a:endParaRPr lang="en-US" altLang="en-US" sz="1400">
              <a:solidFill>
                <a:srgbClr val="000000"/>
              </a:solidFill>
            </a:endParaRPr>
          </a:p>
        </p:txBody>
      </p:sp>
      <p:sp>
        <p:nvSpPr>
          <p:cNvPr id="19" name="Rectangle 3">
            <a:extLst>
              <a:ext uri="{FF2B5EF4-FFF2-40B4-BE49-F238E27FC236}">
                <a16:creationId xmlns:a16="http://schemas.microsoft.com/office/drawing/2014/main" id="{E6EADACE-3D42-E5A0-AC8F-32352FDD315F}"/>
              </a:ext>
            </a:extLst>
          </p:cNvPr>
          <p:cNvSpPr txBox="1">
            <a:spLocks noChangeArrowheads="1"/>
          </p:cNvSpPr>
          <p:nvPr/>
        </p:nvSpPr>
        <p:spPr bwMode="auto">
          <a:xfrm>
            <a:off x="684213" y="1677989"/>
            <a:ext cx="7848600" cy="2111375"/>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defTabSz="914400" eaLnBrk="1" hangingPunct="1">
              <a:defRPr/>
            </a:pPr>
            <a:endParaRPr lang="en-US" altLang="x-none" sz="2400" kern="0" dirty="0">
              <a:solidFill>
                <a:srgbClr val="008000"/>
              </a:solidFill>
              <a:latin typeface="Arial"/>
              <a:cs typeface="Arial"/>
            </a:endParaRPr>
          </a:p>
          <a:p>
            <a:pPr defTabSz="914400" eaLnBrk="1" hangingPunct="1">
              <a:defRPr/>
            </a:pPr>
            <a:endParaRPr lang="en-US" altLang="x-none" sz="4800" kern="0" dirty="0">
              <a:solidFill>
                <a:srgbClr val="008000"/>
              </a:solidFill>
              <a:latin typeface="Arial"/>
              <a:cs typeface="Arial"/>
            </a:endParaRPr>
          </a:p>
          <a:p>
            <a:pPr defTabSz="914400" eaLnBrk="1" hangingPunct="1">
              <a:defRPr/>
            </a:pPr>
            <a:endParaRPr lang="en-US" altLang="x-none" sz="2400" kern="0" dirty="0">
              <a:solidFill>
                <a:srgbClr val="008000"/>
              </a:solidFill>
              <a:latin typeface="Arial"/>
              <a:cs typeface="Arial"/>
            </a:endParaRPr>
          </a:p>
          <a:p>
            <a:pPr defTabSz="914400" eaLnBrk="1" hangingPunct="1">
              <a:defRPr/>
            </a:pPr>
            <a:endParaRPr lang="en-US" altLang="x-none" sz="2400" kern="0" dirty="0">
              <a:solidFill>
                <a:srgbClr val="008000"/>
              </a:solidFill>
              <a:latin typeface="Arial"/>
              <a:cs typeface="Arial"/>
            </a:endParaRPr>
          </a:p>
          <a:p>
            <a:pPr defTabSz="914400" eaLnBrk="1" hangingPunct="1">
              <a:defRPr/>
            </a:pPr>
            <a:endParaRPr lang="en-US" altLang="x-none" sz="2400" kern="0" dirty="0">
              <a:solidFill>
                <a:srgbClr val="008000"/>
              </a:solidFill>
              <a:latin typeface="Arial"/>
              <a:cs typeface="Arial"/>
            </a:endParaRPr>
          </a:p>
        </p:txBody>
      </p:sp>
      <p:sp>
        <p:nvSpPr>
          <p:cNvPr id="3076" name="Text Box 18">
            <a:extLst>
              <a:ext uri="{FF2B5EF4-FFF2-40B4-BE49-F238E27FC236}">
                <a16:creationId xmlns:a16="http://schemas.microsoft.com/office/drawing/2014/main" id="{E2255C03-AC5C-D6C4-F353-9A1F54BE453E}"/>
              </a:ext>
            </a:extLst>
          </p:cNvPr>
          <p:cNvSpPr txBox="1">
            <a:spLocks noChangeArrowheads="1"/>
          </p:cNvSpPr>
          <p:nvPr/>
        </p:nvSpPr>
        <p:spPr bwMode="auto">
          <a:xfrm>
            <a:off x="1149350" y="2195514"/>
            <a:ext cx="77787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defTabSz="914400" fontAlgn="base">
              <a:spcBef>
                <a:spcPct val="50000"/>
              </a:spcBef>
              <a:spcAft>
                <a:spcPct val="0"/>
              </a:spcAft>
              <a:buNone/>
            </a:pPr>
            <a:r>
              <a:rPr lang="en-US" altLang="en-US" sz="3600">
                <a:solidFill>
                  <a:srgbClr val="000000"/>
                </a:solidFill>
              </a:rPr>
              <a:t>Expository Writing</a:t>
            </a:r>
          </a:p>
          <a:p>
            <a:pPr defTabSz="914400" fontAlgn="base">
              <a:spcBef>
                <a:spcPct val="50000"/>
              </a:spcBef>
              <a:spcAft>
                <a:spcPct val="0"/>
              </a:spcAft>
              <a:buNone/>
            </a:pPr>
            <a:r>
              <a:rPr lang="en-US" altLang="en-US" sz="2800">
                <a:solidFill>
                  <a:srgbClr val="000000"/>
                </a:solidFill>
              </a:rPr>
              <a:t>ENGL-101</a:t>
            </a:r>
            <a:endParaRPr lang="en-US" altLang="en-US" sz="4000">
              <a:solidFill>
                <a:srgbClr val="000000"/>
              </a:solidFill>
            </a:endParaRPr>
          </a:p>
        </p:txBody>
      </p:sp>
      <p:sp>
        <p:nvSpPr>
          <p:cNvPr id="3077" name="Line 23">
            <a:extLst>
              <a:ext uri="{FF2B5EF4-FFF2-40B4-BE49-F238E27FC236}">
                <a16:creationId xmlns:a16="http://schemas.microsoft.com/office/drawing/2014/main" id="{45E0C86E-DFE0-6F6D-4928-9D3FC560E3DE}"/>
              </a:ext>
            </a:extLst>
          </p:cNvPr>
          <p:cNvSpPr>
            <a:spLocks noChangeShapeType="1"/>
          </p:cNvSpPr>
          <p:nvPr/>
        </p:nvSpPr>
        <p:spPr bwMode="auto">
          <a:xfrm>
            <a:off x="908050" y="2133601"/>
            <a:ext cx="0" cy="1008063"/>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3078" name="Line 22">
            <a:extLst>
              <a:ext uri="{FF2B5EF4-FFF2-40B4-BE49-F238E27FC236}">
                <a16:creationId xmlns:a16="http://schemas.microsoft.com/office/drawing/2014/main" id="{E08ADDCC-3585-4C25-1692-77DB482D9C26}"/>
              </a:ext>
            </a:extLst>
          </p:cNvPr>
          <p:cNvSpPr>
            <a:spLocks noChangeShapeType="1"/>
          </p:cNvSpPr>
          <p:nvPr/>
        </p:nvSpPr>
        <p:spPr bwMode="auto">
          <a:xfrm>
            <a:off x="395289" y="2781300"/>
            <a:ext cx="8137525"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pPr defTabSz="914400"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227F054D-89EC-FF04-AC62-7BCF4355E538}"/>
              </a:ext>
            </a:extLst>
          </p:cNvPr>
          <p:cNvGraphicFramePr>
            <a:graphicFrameLocks noGrp="1"/>
          </p:cNvGraphicFramePr>
          <p:nvPr/>
        </p:nvGraphicFramePr>
        <p:xfrm>
          <a:off x="1116014" y="969964"/>
          <a:ext cx="6535737" cy="708025"/>
        </p:xfrm>
        <a:graphic>
          <a:graphicData uri="http://schemas.openxmlformats.org/drawingml/2006/table">
            <a:tbl>
              <a:tblPr firstRow="1" firstCol="1" bandRow="1">
                <a:tableStyleId>{5C22544A-7EE6-4342-B048-85BDC9FD1C3A}</a:tableStyleId>
              </a:tblPr>
              <a:tblGrid>
                <a:gridCol w="831749">
                  <a:extLst>
                    <a:ext uri="{9D8B030D-6E8A-4147-A177-3AD203B41FA5}">
                      <a16:colId xmlns:a16="http://schemas.microsoft.com/office/drawing/2014/main" val="20000"/>
                    </a:ext>
                  </a:extLst>
                </a:gridCol>
                <a:gridCol w="5703988">
                  <a:extLst>
                    <a:ext uri="{9D8B030D-6E8A-4147-A177-3AD203B41FA5}">
                      <a16:colId xmlns:a16="http://schemas.microsoft.com/office/drawing/2014/main" val="20001"/>
                    </a:ext>
                  </a:extLst>
                </a:gridCol>
              </a:tblGrid>
              <a:tr h="708025">
                <a:tc>
                  <a:txBody>
                    <a:bodyPr/>
                    <a:lstStyle/>
                    <a:p>
                      <a:pPr marL="0" marR="0">
                        <a:spcBef>
                          <a:spcPts val="0"/>
                        </a:spcBef>
                        <a:spcAft>
                          <a:spcPts val="0"/>
                        </a:spcAft>
                        <a:tabLst>
                          <a:tab pos="2971800" algn="ctr"/>
                          <a:tab pos="5943600" algn="r"/>
                        </a:tabLst>
                      </a:pPr>
                      <a:endParaRPr lang="en-US" sz="1000" dirty="0">
                        <a:effectLst/>
                        <a:latin typeface="Times New Roman"/>
                        <a:ea typeface="Times New Roman"/>
                        <a:cs typeface="Times New Roman"/>
                      </a:endParaRPr>
                    </a:p>
                  </a:txBody>
                  <a:tcPr marL="68572" marR="68572" marT="0" marB="0"/>
                </a:tc>
                <a:tc>
                  <a:txBody>
                    <a:bodyPr/>
                    <a:lstStyle/>
                    <a:p>
                      <a:pPr marL="0" marR="0">
                        <a:spcBef>
                          <a:spcPts val="0"/>
                        </a:spcBef>
                        <a:spcAft>
                          <a:spcPts val="0"/>
                        </a:spcAft>
                        <a:tabLst>
                          <a:tab pos="2971800" algn="ctr"/>
                          <a:tab pos="5943600" algn="r"/>
                        </a:tabLst>
                      </a:pPr>
                      <a:r>
                        <a:rPr lang="en-US" sz="1400" dirty="0">
                          <a:effectLst/>
                        </a:rPr>
                        <a:t>National University of Sciences &amp; Technology (NUST)</a:t>
                      </a:r>
                      <a:endParaRPr lang="en-US" sz="1100" dirty="0">
                        <a:effectLst/>
                      </a:endParaRPr>
                    </a:p>
                    <a:p>
                      <a:pPr marL="0" marR="0">
                        <a:spcBef>
                          <a:spcPts val="0"/>
                        </a:spcBef>
                        <a:spcAft>
                          <a:spcPts val="0"/>
                        </a:spcAft>
                        <a:tabLst>
                          <a:tab pos="2971800" algn="ctr"/>
                          <a:tab pos="5943600" algn="r"/>
                        </a:tabLst>
                      </a:pPr>
                      <a:r>
                        <a:rPr lang="en-US" sz="1400" dirty="0">
                          <a:effectLst/>
                        </a:rPr>
                        <a:t>School of Electrical Engineering and Computer Science (SEECS)</a:t>
                      </a:r>
                      <a:endParaRPr lang="en-US" sz="1100" dirty="0">
                        <a:effectLst/>
                      </a:endParaRPr>
                    </a:p>
                    <a:p>
                      <a:pPr marL="0" marR="0">
                        <a:spcBef>
                          <a:spcPts val="0"/>
                        </a:spcBef>
                        <a:spcAft>
                          <a:spcPts val="0"/>
                        </a:spcAft>
                        <a:tabLst>
                          <a:tab pos="2971800" algn="ctr"/>
                          <a:tab pos="5943600" algn="r"/>
                        </a:tabLst>
                      </a:pPr>
                      <a:r>
                        <a:rPr lang="en-US" sz="1400" dirty="0">
                          <a:effectLst/>
                        </a:rPr>
                        <a:t>Department of Humanities &amp; Sciences</a:t>
                      </a:r>
                      <a:endParaRPr lang="en-US" sz="1100" dirty="0">
                        <a:effectLst/>
                        <a:latin typeface="Calibri"/>
                        <a:ea typeface="Calibri"/>
                        <a:cs typeface="Times New Roman"/>
                      </a:endParaRPr>
                    </a:p>
                  </a:txBody>
                  <a:tcPr marL="68572" marR="68572" marT="0" marB="0" anchor="ctr"/>
                </a:tc>
                <a:extLst>
                  <a:ext uri="{0D108BD9-81ED-4DB2-BD59-A6C34878D82A}">
                    <a16:rowId xmlns:a16="http://schemas.microsoft.com/office/drawing/2014/main" val="10000"/>
                  </a:ext>
                </a:extLst>
              </a:tr>
            </a:tbl>
          </a:graphicData>
        </a:graphic>
      </p:graphicFrame>
      <p:pic>
        <p:nvPicPr>
          <p:cNvPr id="3087" name="Picture 1" descr="01">
            <a:extLst>
              <a:ext uri="{FF2B5EF4-FFF2-40B4-BE49-F238E27FC236}">
                <a16:creationId xmlns:a16="http://schemas.microsoft.com/office/drawing/2014/main" id="{E668880C-3E83-C4DE-7C5D-44A252B0C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63614"/>
            <a:ext cx="831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6" name="TextBox 4">
            <a:extLst>
              <a:ext uri="{FF2B5EF4-FFF2-40B4-BE49-F238E27FC236}">
                <a16:creationId xmlns:a16="http://schemas.microsoft.com/office/drawing/2014/main" id="{0DF09703-0B59-4B64-527E-72699FD2F38C}"/>
              </a:ext>
            </a:extLst>
          </p:cNvPr>
          <p:cNvSpPr txBox="1">
            <a:spLocks noChangeArrowheads="1"/>
          </p:cNvSpPr>
          <p:nvPr/>
        </p:nvSpPr>
        <p:spPr bwMode="auto">
          <a:xfrm>
            <a:off x="908050" y="4437064"/>
            <a:ext cx="7119938" cy="2124075"/>
          </a:xfrm>
          <a:prstGeom prst="rect">
            <a:avLst/>
          </a:prstGeom>
          <a:noFill/>
          <a:ln>
            <a:noFill/>
          </a:ln>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914400" eaLnBrk="0" fontAlgn="base" hangingPunct="0">
              <a:spcBef>
                <a:spcPct val="0"/>
              </a:spcBef>
              <a:spcAft>
                <a:spcPct val="0"/>
              </a:spcAft>
              <a:defRPr/>
            </a:pPr>
            <a:endParaRPr lang="en-US" sz="2000" dirty="0">
              <a:solidFill>
                <a:srgbClr val="333399">
                  <a:lumMod val="50000"/>
                </a:srgbClr>
              </a:solidFill>
            </a:endParaRPr>
          </a:p>
          <a:p>
            <a:pPr defTabSz="914400" eaLnBrk="0" fontAlgn="base" hangingPunct="0">
              <a:spcBef>
                <a:spcPct val="0"/>
              </a:spcBef>
              <a:spcAft>
                <a:spcPct val="0"/>
              </a:spcAft>
              <a:defRPr/>
            </a:pPr>
            <a:endParaRPr lang="en-US" sz="2800" u="sng" dirty="0">
              <a:solidFill>
                <a:srgbClr val="333399">
                  <a:lumMod val="50000"/>
                </a:srgbClr>
              </a:solidFill>
            </a:endParaRPr>
          </a:p>
          <a:p>
            <a:pPr defTabSz="914400" eaLnBrk="0" fontAlgn="base" hangingPunct="0">
              <a:spcBef>
                <a:spcPct val="0"/>
              </a:spcBef>
              <a:spcAft>
                <a:spcPct val="0"/>
              </a:spcAft>
              <a:defRPr/>
            </a:pPr>
            <a:endParaRPr lang="en-US" sz="2800" u="sng" dirty="0">
              <a:solidFill>
                <a:srgbClr val="333399">
                  <a:lumMod val="50000"/>
                </a:srgbClr>
              </a:solidFill>
            </a:endParaRPr>
          </a:p>
          <a:p>
            <a:pPr defTabSz="914400" eaLnBrk="0" fontAlgn="base" hangingPunct="0">
              <a:spcBef>
                <a:spcPct val="0"/>
              </a:spcBef>
              <a:spcAft>
                <a:spcPct val="0"/>
              </a:spcAft>
              <a:defRPr/>
            </a:pPr>
            <a:r>
              <a:rPr lang="en-US" sz="2800" u="sng" dirty="0">
                <a:solidFill>
                  <a:srgbClr val="333399">
                    <a:lumMod val="50000"/>
                  </a:srgbClr>
                </a:solidFill>
              </a:rPr>
              <a:t>Course Instructor</a:t>
            </a:r>
            <a:r>
              <a:rPr lang="en-US" sz="2000" dirty="0">
                <a:solidFill>
                  <a:srgbClr val="333399">
                    <a:lumMod val="50000"/>
                  </a:srgbClr>
                </a:solidFill>
              </a:rPr>
              <a:t>: </a:t>
            </a:r>
            <a:r>
              <a:rPr lang="en-US" sz="2800" dirty="0">
                <a:solidFill>
                  <a:srgbClr val="333399">
                    <a:lumMod val="50000"/>
                  </a:srgbClr>
                </a:solidFill>
              </a:rPr>
              <a:t>Dr Samia Tahir</a:t>
            </a:r>
          </a:p>
          <a:p>
            <a:pPr defTabSz="914400" eaLnBrk="0" fontAlgn="base" hangingPunct="0">
              <a:spcBef>
                <a:spcPct val="0"/>
              </a:spcBef>
              <a:spcAft>
                <a:spcPct val="0"/>
              </a:spcAft>
              <a:defRPr/>
            </a:pPr>
            <a:r>
              <a:rPr lang="en-US" sz="2800" dirty="0">
                <a:solidFill>
                  <a:srgbClr val="333399">
                    <a:lumMod val="50000"/>
                  </a:srgbClr>
                </a:solidFill>
              </a:rPr>
              <a:t>			</a:t>
            </a:r>
            <a:endParaRPr lang="en-US" sz="2000" dirty="0">
              <a:solidFill>
                <a:srgbClr val="333399">
                  <a:lumMod val="50000"/>
                </a:srgbClr>
              </a:solidFill>
            </a:endParaRPr>
          </a:p>
        </p:txBody>
      </p:sp>
      <p:sp>
        <p:nvSpPr>
          <p:cNvPr id="3089" name="TextBox 2">
            <a:extLst>
              <a:ext uri="{FF2B5EF4-FFF2-40B4-BE49-F238E27FC236}">
                <a16:creationId xmlns:a16="http://schemas.microsoft.com/office/drawing/2014/main" id="{3862CA15-0B3A-2F6E-B2D1-5A487D3EF92A}"/>
              </a:ext>
            </a:extLst>
          </p:cNvPr>
          <p:cNvSpPr txBox="1">
            <a:spLocks noChangeArrowheads="1"/>
          </p:cNvSpPr>
          <p:nvPr/>
        </p:nvSpPr>
        <p:spPr bwMode="auto">
          <a:xfrm>
            <a:off x="908051" y="3789364"/>
            <a:ext cx="24177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defTabSz="914400" eaLnBrk="0" fontAlgn="base" hangingPunct="0">
              <a:spcBef>
                <a:spcPct val="0"/>
              </a:spcBef>
              <a:spcAft>
                <a:spcPct val="0"/>
              </a:spcAft>
              <a:buNone/>
            </a:pPr>
            <a:r>
              <a:rPr lang="en-US" altLang="en-US" sz="2800" u="sng" dirty="0">
                <a:solidFill>
                  <a:srgbClr val="333399"/>
                </a:solidFill>
              </a:rPr>
              <a:t>Week 4: Lecture # 2</a:t>
            </a:r>
          </a:p>
        </p:txBody>
      </p:sp>
    </p:spTree>
  </p:cSld>
  <p:clrMapOvr>
    <a:masterClrMapping/>
  </p:clrMapOvr>
  <p:transition advTm="31069"/>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Pre-Writing Strategies</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dirty="0"/>
              <a:t>Techniques to Organize and Plan Your Writing</a:t>
            </a:r>
          </a:p>
        </p:txBody>
      </p:sp>
      <p:pic>
        <p:nvPicPr>
          <p:cNvPr id="5" name="Picture 4" descr="Person writing on a notepad">
            <a:extLst>
              <a:ext uri="{FF2B5EF4-FFF2-40B4-BE49-F238E27FC236}">
                <a16:creationId xmlns:a16="http://schemas.microsoft.com/office/drawing/2014/main" id="{D45E4114-C835-216C-F8E5-10FBCE337A1A}"/>
              </a:ext>
            </a:extLst>
          </p:cNvPr>
          <p:cNvPicPr>
            <a:picLocks noChangeAspect="1"/>
          </p:cNvPicPr>
          <p:nvPr/>
        </p:nvPicPr>
        <p:blipFill>
          <a:blip r:embed="rId2"/>
          <a:srcRect l="27246" r="19861"/>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06443"/>
          </a:xfrm>
        </p:spPr>
        <p:txBody>
          <a:bodyPr>
            <a:normAutofit/>
          </a:bodyPr>
          <a:lstStyle/>
          <a:p>
            <a:r>
              <a:rPr lang="en-US" sz="3500"/>
              <a:t>Introduction to Pre-Writing</a:t>
            </a:r>
          </a:p>
        </p:txBody>
      </p:sp>
      <p:pic>
        <p:nvPicPr>
          <p:cNvPr id="6" name="Picture 5">
            <a:extLst>
              <a:ext uri="{FF2B5EF4-FFF2-40B4-BE49-F238E27FC236}">
                <a16:creationId xmlns:a16="http://schemas.microsoft.com/office/drawing/2014/main" id="{C28148AF-F445-7661-ABA9-2C73BEDCE7B3}"/>
              </a:ext>
            </a:extLst>
          </p:cNvPr>
          <p:cNvPicPr>
            <a:picLocks noChangeAspect="1"/>
          </p:cNvPicPr>
          <p:nvPr/>
        </p:nvPicPr>
        <p:blipFill>
          <a:blip r:embed="rId2"/>
          <a:srcRect l="25189" r="29237" b="2"/>
          <a:stretch/>
        </p:blipFill>
        <p:spPr>
          <a:xfrm>
            <a:off x="5991969" y="1904282"/>
            <a:ext cx="2567320" cy="4224808"/>
          </a:xfrm>
          <a:prstGeom prst="rect">
            <a:avLst/>
          </a:prstGeom>
        </p:spPr>
      </p:pic>
      <p:graphicFrame>
        <p:nvGraphicFramePr>
          <p:cNvPr id="5" name="Content Placeholder 2">
            <a:extLst>
              <a:ext uri="{FF2B5EF4-FFF2-40B4-BE49-F238E27FC236}">
                <a16:creationId xmlns:a16="http://schemas.microsoft.com/office/drawing/2014/main" id="{9F4BF6F9-BF5D-042C-3133-F57C76F6E0A4}"/>
              </a:ext>
            </a:extLst>
          </p:cNvPr>
          <p:cNvGraphicFramePr>
            <a:graphicFrameLocks noGrp="1"/>
          </p:cNvGraphicFramePr>
          <p:nvPr>
            <p:ph idx="1"/>
            <p:extLst>
              <p:ext uri="{D42A27DB-BD31-4B8C-83A1-F6EECF244321}">
                <p14:modId xmlns:p14="http://schemas.microsoft.com/office/powerpoint/2010/main" val="669672004"/>
              </p:ext>
            </p:extLst>
          </p:nvPr>
        </p:nvGraphicFramePr>
        <p:xfrm>
          <a:off x="628650" y="1825625"/>
          <a:ext cx="5036058" cy="4303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185DB9-1E10-3015-B30D-B9D6C5CE4DD1}"/>
              </a:ext>
            </a:extLst>
          </p:cNvPr>
          <p:cNvSpPr>
            <a:spLocks noGrp="1"/>
          </p:cNvSpPr>
          <p:nvPr>
            <p:ph type="title"/>
          </p:nvPr>
        </p:nvSpPr>
        <p:spPr>
          <a:xfrm>
            <a:off x="571350" y="762001"/>
            <a:ext cx="4000647" cy="1708242"/>
          </a:xfrm>
        </p:spPr>
        <p:txBody>
          <a:bodyPr anchor="ctr">
            <a:normAutofit/>
          </a:bodyPr>
          <a:lstStyle/>
          <a:p>
            <a:pPr>
              <a:lnSpc>
                <a:spcPct val="90000"/>
              </a:lnSpc>
            </a:pPr>
            <a:r>
              <a:rPr lang="en-US" sz="3000"/>
              <a:t>Prewriting is considered an intellectual architecture</a:t>
            </a:r>
          </a:p>
        </p:txBody>
      </p:sp>
      <p:sp>
        <p:nvSpPr>
          <p:cNvPr id="3" name="Content Placeholder 2">
            <a:extLst>
              <a:ext uri="{FF2B5EF4-FFF2-40B4-BE49-F238E27FC236}">
                <a16:creationId xmlns:a16="http://schemas.microsoft.com/office/drawing/2014/main" id="{929C9DF2-A868-3150-9540-2A980A4033AA}"/>
              </a:ext>
            </a:extLst>
          </p:cNvPr>
          <p:cNvSpPr>
            <a:spLocks noGrp="1"/>
          </p:cNvSpPr>
          <p:nvPr>
            <p:ph idx="1"/>
          </p:nvPr>
        </p:nvSpPr>
        <p:spPr>
          <a:xfrm>
            <a:off x="571350" y="2470244"/>
            <a:ext cx="4000647" cy="3769835"/>
          </a:xfrm>
        </p:spPr>
        <p:txBody>
          <a:bodyPr anchor="ctr">
            <a:normAutofit/>
          </a:bodyPr>
          <a:lstStyle/>
          <a:p>
            <a:r>
              <a:rPr lang="en-US" sz="1700" dirty="0"/>
              <a:t>Prewriting is widely considered the foundational, </a:t>
            </a:r>
            <a:r>
              <a:rPr lang="en-US" sz="1700" b="1" dirty="0"/>
              <a:t>intellectual architecture</a:t>
            </a:r>
            <a:r>
              <a:rPr lang="en-US" sz="1700" dirty="0"/>
              <a:t> of the writing process, serving as the critical stage where abstract thoughts are structured into a concrete, organized plan before drafting begins. Often described as "writing before writing”, this phase allows writers to move beyond mere transcription to engage in higher-order thinking</a:t>
            </a:r>
          </a:p>
        </p:txBody>
      </p:sp>
      <p:pic>
        <p:nvPicPr>
          <p:cNvPr id="6" name="Picture 5" descr="Box design on a wall">
            <a:extLst>
              <a:ext uri="{FF2B5EF4-FFF2-40B4-BE49-F238E27FC236}">
                <a16:creationId xmlns:a16="http://schemas.microsoft.com/office/drawing/2014/main" id="{8E639E1A-D258-56A2-8953-1CCCBE795170}"/>
              </a:ext>
            </a:extLst>
          </p:cNvPr>
          <p:cNvPicPr>
            <a:picLocks noChangeAspect="1"/>
          </p:cNvPicPr>
          <p:nvPr/>
        </p:nvPicPr>
        <p:blipFill>
          <a:blip r:embed="rId2"/>
          <a:srcRect l="38661" r="21878" b="-2"/>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249009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BC0E-F2A9-4FDC-B120-D0F3BFEF7A06}"/>
              </a:ext>
            </a:extLst>
          </p:cNvPr>
          <p:cNvSpPr>
            <a:spLocks noGrp="1"/>
          </p:cNvSpPr>
          <p:nvPr>
            <p:ph type="title"/>
          </p:nvPr>
        </p:nvSpPr>
        <p:spPr/>
        <p:txBody>
          <a:bodyPr>
            <a:normAutofit fontScale="90000"/>
          </a:bodyPr>
          <a:lstStyle/>
          <a:p>
            <a:r>
              <a:rPr lang="en-US" dirty="0"/>
              <a:t>Brainstorming we went through in “Functional English Course”</a:t>
            </a:r>
            <a:endParaRPr lang="en-PK" dirty="0"/>
          </a:p>
        </p:txBody>
      </p:sp>
      <p:sp>
        <p:nvSpPr>
          <p:cNvPr id="3" name="Content Placeholder 2">
            <a:extLst>
              <a:ext uri="{FF2B5EF4-FFF2-40B4-BE49-F238E27FC236}">
                <a16:creationId xmlns:a16="http://schemas.microsoft.com/office/drawing/2014/main" id="{2C5525AA-D99B-463C-B5E1-6A0B57038E7B}"/>
              </a:ext>
            </a:extLst>
          </p:cNvPr>
          <p:cNvSpPr>
            <a:spLocks noGrp="1"/>
          </p:cNvSpPr>
          <p:nvPr>
            <p:ph idx="1"/>
          </p:nvPr>
        </p:nvSpPr>
        <p:spPr>
          <a:xfrm>
            <a:off x="457200" y="2536723"/>
            <a:ext cx="8229600" cy="3589440"/>
          </a:xfrm>
        </p:spPr>
        <p:txBody>
          <a:bodyPr/>
          <a:lstStyle/>
          <a:p>
            <a:pPr marL="0" indent="0">
              <a:buNone/>
            </a:pPr>
            <a:r>
              <a:rPr lang="en-US" dirty="0"/>
              <a:t>Our focus was on:</a:t>
            </a:r>
          </a:p>
          <a:p>
            <a:pPr marL="0" indent="0">
              <a:buNone/>
            </a:pPr>
            <a:endParaRPr lang="en-US" dirty="0"/>
          </a:p>
          <a:p>
            <a:r>
              <a:rPr lang="en-US" dirty="0"/>
              <a:t>First step: Idea generation</a:t>
            </a:r>
          </a:p>
          <a:p>
            <a:r>
              <a:rPr lang="en-US" dirty="0"/>
              <a:t>Second step: Idea grouping</a:t>
            </a:r>
          </a:p>
          <a:p>
            <a:r>
              <a:rPr lang="en-US" dirty="0"/>
              <a:t>Third step: Idea review</a:t>
            </a:r>
          </a:p>
          <a:p>
            <a:endParaRPr lang="en-PK" dirty="0"/>
          </a:p>
        </p:txBody>
      </p:sp>
    </p:spTree>
    <p:extLst>
      <p:ext uri="{BB962C8B-B14F-4D97-AF65-F5344CB8AC3E}">
        <p14:creationId xmlns:p14="http://schemas.microsoft.com/office/powerpoint/2010/main" val="635166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D1D1-0C3B-4935-822D-A3CFBD5B8E58}"/>
              </a:ext>
            </a:extLst>
          </p:cNvPr>
          <p:cNvSpPr>
            <a:spLocks noGrp="1"/>
          </p:cNvSpPr>
          <p:nvPr>
            <p:ph type="title"/>
          </p:nvPr>
        </p:nvSpPr>
        <p:spPr/>
        <p:txBody>
          <a:bodyPr>
            <a:normAutofit fontScale="90000"/>
          </a:bodyPr>
          <a:lstStyle/>
          <a:p>
            <a:r>
              <a:rPr lang="en-US" dirty="0"/>
              <a:t>Brainstorming in Expository Writing</a:t>
            </a:r>
            <a:endParaRPr lang="en-PK" dirty="0"/>
          </a:p>
        </p:txBody>
      </p:sp>
      <p:sp>
        <p:nvSpPr>
          <p:cNvPr id="3" name="Content Placeholder 2">
            <a:extLst>
              <a:ext uri="{FF2B5EF4-FFF2-40B4-BE49-F238E27FC236}">
                <a16:creationId xmlns:a16="http://schemas.microsoft.com/office/drawing/2014/main" id="{8C58815C-30A9-410F-AB28-2380DFF501D6}"/>
              </a:ext>
            </a:extLst>
          </p:cNvPr>
          <p:cNvSpPr>
            <a:spLocks noGrp="1"/>
          </p:cNvSpPr>
          <p:nvPr>
            <p:ph idx="1"/>
          </p:nvPr>
        </p:nvSpPr>
        <p:spPr>
          <a:xfrm>
            <a:off x="457200" y="2064774"/>
            <a:ext cx="8229600" cy="4061389"/>
          </a:xfrm>
        </p:spPr>
        <p:txBody>
          <a:bodyPr/>
          <a:lstStyle/>
          <a:p>
            <a:r>
              <a:rPr lang="en-US" dirty="0"/>
              <a:t>First step: Idea generation</a:t>
            </a:r>
          </a:p>
          <a:p>
            <a:r>
              <a:rPr lang="en-US" dirty="0"/>
              <a:t>Second: Idea grouping</a:t>
            </a:r>
          </a:p>
          <a:p>
            <a:r>
              <a:rPr lang="en-US" dirty="0"/>
              <a:t>Third: Organizing ideas logically</a:t>
            </a:r>
          </a:p>
          <a:p>
            <a:r>
              <a:rPr lang="en-US" dirty="0"/>
              <a:t>Fourth: Idea regrouping</a:t>
            </a:r>
          </a:p>
          <a:p>
            <a:r>
              <a:rPr lang="en-US" dirty="0"/>
              <a:t>Fifth: Idea review</a:t>
            </a:r>
          </a:p>
          <a:p>
            <a:endParaRPr lang="en-PK" dirty="0"/>
          </a:p>
        </p:txBody>
      </p:sp>
    </p:spTree>
    <p:extLst>
      <p:ext uri="{BB962C8B-B14F-4D97-AF65-F5344CB8AC3E}">
        <p14:creationId xmlns:p14="http://schemas.microsoft.com/office/powerpoint/2010/main" val="179563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C97640FD-4D01-D36F-1578-EE2777EB50D4}"/>
              </a:ext>
            </a:extLst>
          </p:cNvPr>
          <p:cNvSpPr>
            <a:spLocks noGrp="1" noChangeArrowheads="1"/>
          </p:cNvSpPr>
          <p:nvPr>
            <p:ph type="title"/>
          </p:nvPr>
        </p:nvSpPr>
        <p:spPr/>
        <p:txBody>
          <a:bodyPr>
            <a:normAutofit fontScale="90000"/>
          </a:bodyPr>
          <a:lstStyle/>
          <a:p>
            <a:r>
              <a:rPr lang="en-US" altLang="en-US" dirty="0"/>
              <a:t>Prewriting strategies we already know</a:t>
            </a:r>
          </a:p>
        </p:txBody>
      </p:sp>
      <p:sp>
        <p:nvSpPr>
          <p:cNvPr id="4099" name="Content Placeholder 2">
            <a:extLst>
              <a:ext uri="{FF2B5EF4-FFF2-40B4-BE49-F238E27FC236}">
                <a16:creationId xmlns:a16="http://schemas.microsoft.com/office/drawing/2014/main" id="{956B365B-1A2B-A1A3-EEC0-A53B96F413E7}"/>
              </a:ext>
            </a:extLst>
          </p:cNvPr>
          <p:cNvSpPr>
            <a:spLocks noGrp="1" noChangeArrowheads="1"/>
          </p:cNvSpPr>
          <p:nvPr>
            <p:ph idx="1"/>
          </p:nvPr>
        </p:nvSpPr>
        <p:spPr>
          <a:xfrm>
            <a:off x="107951" y="1752600"/>
            <a:ext cx="8785225" cy="4533900"/>
          </a:xfrm>
        </p:spPr>
        <p:txBody>
          <a:bodyPr/>
          <a:lstStyle/>
          <a:p>
            <a:pPr marL="0" indent="0">
              <a:buNone/>
              <a:defRPr/>
            </a:pPr>
            <a:r>
              <a:rPr lang="en-US" altLang="en-US" dirty="0"/>
              <a:t>Prewriting Techniques and strategies</a:t>
            </a:r>
          </a:p>
          <a:p>
            <a:pPr marL="514350" indent="-514350">
              <a:buFontTx/>
              <a:buAutoNum type="arabicPeriod"/>
              <a:defRPr/>
            </a:pPr>
            <a:r>
              <a:rPr lang="en-US" altLang="en-US" dirty="0"/>
              <a:t>Clustering</a:t>
            </a:r>
          </a:p>
          <a:p>
            <a:pPr marL="514350" indent="-514350">
              <a:buFontTx/>
              <a:buAutoNum type="arabicPeriod"/>
              <a:defRPr/>
            </a:pPr>
            <a:r>
              <a:rPr lang="en-US" altLang="en-US" dirty="0"/>
              <a:t>Listing</a:t>
            </a:r>
          </a:p>
          <a:p>
            <a:pPr marL="514350" indent="-514350">
              <a:buFontTx/>
              <a:buAutoNum type="arabicPeriod"/>
              <a:defRPr/>
            </a:pPr>
            <a:r>
              <a:rPr lang="en-US" altLang="en-US" dirty="0"/>
              <a:t>Freewriting</a:t>
            </a:r>
          </a:p>
          <a:p>
            <a:pPr marL="514350" indent="-514350">
              <a:buFontTx/>
              <a:buAutoNum type="arabicPeriod"/>
              <a:defRPr/>
            </a:pPr>
            <a:r>
              <a:rPr lang="en-US" altLang="en-US" dirty="0"/>
              <a:t>Looping</a:t>
            </a:r>
          </a:p>
          <a:p>
            <a:pPr marL="514350" indent="-514350">
              <a:buFontTx/>
              <a:buAutoNum type="arabicPeriod"/>
              <a:defRPr/>
            </a:pPr>
            <a:r>
              <a:rPr lang="en-US" altLang="en-US" dirty="0"/>
              <a:t>Asking yourself the six journalists’ questions.</a:t>
            </a:r>
          </a:p>
          <a:p>
            <a:pPr marL="800100" lvl="2" indent="0">
              <a:buNone/>
              <a:defRPr/>
            </a:pPr>
            <a:r>
              <a:rPr lang="en-US" altLang="en-US" dirty="0"/>
              <a:t>Who?, what?, where?, when?, why?, how? </a:t>
            </a:r>
          </a:p>
          <a:p>
            <a:pPr marL="0" indent="0">
              <a:buNone/>
              <a:defRPr/>
            </a:pPr>
            <a:endParaRPr lang="en-US" altLang="en-US" dirty="0"/>
          </a:p>
        </p:txBody>
      </p:sp>
      <p:pic>
        <p:nvPicPr>
          <p:cNvPr id="4100" name="Picture 2" descr="A pencil in a square with writing&#10;&#10;Description automatically generated">
            <a:extLst>
              <a:ext uri="{FF2B5EF4-FFF2-40B4-BE49-F238E27FC236}">
                <a16:creationId xmlns:a16="http://schemas.microsoft.com/office/drawing/2014/main" id="{8FE2919C-B8B9-EF43-54A3-D5542905DF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663" y="2705101"/>
            <a:ext cx="1497012"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Organizing Ideas Logically</a:t>
            </a:r>
          </a:p>
        </p:txBody>
      </p:sp>
      <p:sp>
        <p:nvSpPr>
          <p:cNvPr id="3" name="Content Placeholder 2"/>
          <p:cNvSpPr>
            <a:spLocks noGrp="1"/>
          </p:cNvSpPr>
          <p:nvPr>
            <p:ph idx="1"/>
          </p:nvPr>
        </p:nvSpPr>
        <p:spPr>
          <a:xfrm>
            <a:off x="571350" y="2470244"/>
            <a:ext cx="4000647" cy="3769835"/>
          </a:xfrm>
        </p:spPr>
        <p:txBody>
          <a:bodyPr anchor="ctr">
            <a:normAutofit/>
          </a:bodyPr>
          <a:lstStyle/>
          <a:p>
            <a:r>
              <a:rPr lang="en-US" dirty="0"/>
              <a:t>Chronological Order</a:t>
            </a:r>
          </a:p>
          <a:p>
            <a:r>
              <a:rPr lang="en-US" dirty="0"/>
              <a:t>Problem-Solution Structure</a:t>
            </a:r>
          </a:p>
          <a:p>
            <a:r>
              <a:rPr lang="en-US" dirty="0"/>
              <a:t>Cause-Effect Structure</a:t>
            </a:r>
          </a:p>
        </p:txBody>
      </p:sp>
      <p:pic>
        <p:nvPicPr>
          <p:cNvPr id="5" name="Picture 4" descr="People working on ideas">
            <a:extLst>
              <a:ext uri="{FF2B5EF4-FFF2-40B4-BE49-F238E27FC236}">
                <a16:creationId xmlns:a16="http://schemas.microsoft.com/office/drawing/2014/main" id="{63F94D8A-0C5A-F5FA-1A8C-AEA500A41347}"/>
              </a:ext>
            </a:extLst>
          </p:cNvPr>
          <p:cNvPicPr>
            <a:picLocks noChangeAspect="1"/>
          </p:cNvPicPr>
          <p:nvPr/>
        </p:nvPicPr>
        <p:blipFill>
          <a:blip r:embed="rId2"/>
          <a:srcRect l="26940" r="3491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E6C60-38B7-904C-7724-F5A7957C44E1}"/>
              </a:ext>
            </a:extLst>
          </p:cNvPr>
          <p:cNvSpPr>
            <a:spLocks noGrp="1"/>
          </p:cNvSpPr>
          <p:nvPr>
            <p:ph type="title"/>
          </p:nvPr>
        </p:nvSpPr>
        <p:spPr/>
        <p:txBody>
          <a:bodyPr/>
          <a:lstStyle/>
          <a:p>
            <a:r>
              <a:rPr lang="en-US" dirty="0"/>
              <a:t>New Prewriting Strategies</a:t>
            </a:r>
          </a:p>
        </p:txBody>
      </p:sp>
      <p:sp>
        <p:nvSpPr>
          <p:cNvPr id="3" name="Content Placeholder 2">
            <a:extLst>
              <a:ext uri="{FF2B5EF4-FFF2-40B4-BE49-F238E27FC236}">
                <a16:creationId xmlns:a16="http://schemas.microsoft.com/office/drawing/2014/main" id="{75A39C4F-6D70-7797-70D0-9CDAA13FA92A}"/>
              </a:ext>
            </a:extLst>
          </p:cNvPr>
          <p:cNvSpPr>
            <a:spLocks noGrp="1"/>
          </p:cNvSpPr>
          <p:nvPr>
            <p:ph idx="1"/>
          </p:nvPr>
        </p:nvSpPr>
        <p:spPr/>
        <p:txBody>
          <a:bodyPr/>
          <a:lstStyle/>
          <a:p>
            <a:pPr marL="0" indent="0">
              <a:buNone/>
            </a:pPr>
            <a:r>
              <a:rPr lang="en-US" dirty="0"/>
              <a:t>This time we will cover:</a:t>
            </a:r>
          </a:p>
          <a:p>
            <a:pPr marL="0" indent="0">
              <a:buNone/>
            </a:pPr>
            <a:endParaRPr lang="en-US" dirty="0"/>
          </a:p>
          <a:p>
            <a:r>
              <a:rPr lang="en-US" dirty="0"/>
              <a:t>3 Perspectives</a:t>
            </a:r>
          </a:p>
          <a:p>
            <a:r>
              <a:rPr lang="en-US" dirty="0"/>
              <a:t>Cubing</a:t>
            </a:r>
          </a:p>
          <a:p>
            <a:r>
              <a:rPr lang="en-US" dirty="0"/>
              <a:t>Thinking in Similes</a:t>
            </a:r>
          </a:p>
          <a:p>
            <a:r>
              <a:rPr lang="en-US" dirty="0"/>
              <a:t>Relationship between the parts</a:t>
            </a:r>
          </a:p>
          <a:p>
            <a:r>
              <a:rPr lang="en-US" dirty="0"/>
              <a:t>Thinking outside the box</a:t>
            </a:r>
          </a:p>
          <a:p>
            <a:endParaRPr lang="en-US" dirty="0"/>
          </a:p>
          <a:p>
            <a:endParaRPr lang="en-US" dirty="0"/>
          </a:p>
        </p:txBody>
      </p:sp>
    </p:spTree>
    <p:extLst>
      <p:ext uri="{BB962C8B-B14F-4D97-AF65-F5344CB8AC3E}">
        <p14:creationId xmlns:p14="http://schemas.microsoft.com/office/powerpoint/2010/main" val="1473767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D97A-009B-0DEF-DBE6-D158E3DAFFF7}"/>
              </a:ext>
            </a:extLst>
          </p:cNvPr>
          <p:cNvSpPr>
            <a:spLocks noGrp="1"/>
          </p:cNvSpPr>
          <p:nvPr>
            <p:ph type="title"/>
          </p:nvPr>
        </p:nvSpPr>
        <p:spPr/>
        <p:txBody>
          <a:bodyPr/>
          <a:lstStyle/>
          <a:p>
            <a:r>
              <a:rPr lang="en-US" dirty="0"/>
              <a:t>3 Perspectives</a:t>
            </a:r>
          </a:p>
        </p:txBody>
      </p:sp>
      <p:sp>
        <p:nvSpPr>
          <p:cNvPr id="3" name="Content Placeholder 2">
            <a:extLst>
              <a:ext uri="{FF2B5EF4-FFF2-40B4-BE49-F238E27FC236}">
                <a16:creationId xmlns:a16="http://schemas.microsoft.com/office/drawing/2014/main" id="{ED8FAE63-A5F5-E863-F9DD-54FF673B0A1F}"/>
              </a:ext>
            </a:extLst>
          </p:cNvPr>
          <p:cNvSpPr>
            <a:spLocks noGrp="1"/>
          </p:cNvSpPr>
          <p:nvPr>
            <p:ph idx="1"/>
          </p:nvPr>
        </p:nvSpPr>
        <p:spPr>
          <a:xfrm>
            <a:off x="206477" y="1600200"/>
            <a:ext cx="8760541" cy="4983162"/>
          </a:xfrm>
        </p:spPr>
        <p:txBody>
          <a:bodyPr>
            <a:normAutofit fontScale="70000" lnSpcReduction="20000"/>
          </a:bodyPr>
          <a:lstStyle/>
          <a:p>
            <a:pPr>
              <a:buNone/>
            </a:pPr>
            <a:r>
              <a:rPr lang="en-US" dirty="0"/>
              <a:t>Looking at something from different perspectives helps you see it more completely—or at least in a completely different way, sort of like laying on the floor makes your desk look very different to you. To use this strategy, answer the questions for each of the three perspectives, then look for interesting relationships or mismatches you can explore:</a:t>
            </a:r>
          </a:p>
          <a:p>
            <a:pPr>
              <a:buNone/>
            </a:pPr>
            <a:r>
              <a:rPr lang="en-US" b="1" dirty="0"/>
              <a:t>1. Describe it:</a:t>
            </a:r>
            <a:r>
              <a:rPr lang="en-US" dirty="0"/>
              <a:t> Describe your subject in detail. What is your topic? What are its components? What are its interesting and distinguishing features? What are its puzzles? Distinguish your subject from those that are similar to it. How is your subject unlike others?</a:t>
            </a:r>
          </a:p>
          <a:p>
            <a:pPr>
              <a:buNone/>
            </a:pPr>
            <a:r>
              <a:rPr lang="en-US" b="1" dirty="0"/>
              <a:t>2. Trace it:</a:t>
            </a:r>
            <a:r>
              <a:rPr lang="en-US" dirty="0"/>
              <a:t> What is the history of your subject? How has it changed over time? Why? What are the significant events that have influenced your subject?</a:t>
            </a:r>
          </a:p>
          <a:p>
            <a:pPr>
              <a:buNone/>
            </a:pPr>
            <a:r>
              <a:rPr lang="en-US" b="1" dirty="0"/>
              <a:t>3. Map it:</a:t>
            </a:r>
            <a:r>
              <a:rPr lang="en-US" dirty="0"/>
              <a:t> What is your subject related to? What is it influenced by? How? What does it influence? How? Who has a stake in your topic? Why? What fields do you draw on for the study of your subject? Why? How has your subject been approached by others? How is their work related to yours?</a:t>
            </a:r>
          </a:p>
          <a:p>
            <a:endParaRPr lang="en-US" dirty="0"/>
          </a:p>
        </p:txBody>
      </p:sp>
    </p:spTree>
    <p:extLst>
      <p:ext uri="{BB962C8B-B14F-4D97-AF65-F5344CB8AC3E}">
        <p14:creationId xmlns:p14="http://schemas.microsoft.com/office/powerpoint/2010/main" val="3946681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A0E52-5222-ACD6-AC5F-540BB8EEE543}"/>
              </a:ext>
            </a:extLst>
          </p:cNvPr>
          <p:cNvSpPr>
            <a:spLocks noGrp="1"/>
          </p:cNvSpPr>
          <p:nvPr>
            <p:ph type="title"/>
          </p:nvPr>
        </p:nvSpPr>
        <p:spPr/>
        <p:txBody>
          <a:bodyPr>
            <a:normAutofit fontScale="90000"/>
          </a:bodyPr>
          <a:lstStyle/>
          <a:p>
            <a:r>
              <a:rPr lang="en-US" dirty="0"/>
              <a:t>Example: Social Media Use Among University Students</a:t>
            </a:r>
          </a:p>
        </p:txBody>
      </p:sp>
      <p:sp>
        <p:nvSpPr>
          <p:cNvPr id="3" name="Content Placeholder 2">
            <a:extLst>
              <a:ext uri="{FF2B5EF4-FFF2-40B4-BE49-F238E27FC236}">
                <a16:creationId xmlns:a16="http://schemas.microsoft.com/office/drawing/2014/main" id="{1FF71EA0-30F2-8233-3FBC-9DAC25525FE0}"/>
              </a:ext>
            </a:extLst>
          </p:cNvPr>
          <p:cNvSpPr>
            <a:spLocks noGrp="1"/>
          </p:cNvSpPr>
          <p:nvPr>
            <p:ph idx="1"/>
          </p:nvPr>
        </p:nvSpPr>
        <p:spPr>
          <a:xfrm>
            <a:off x="206477" y="1858296"/>
            <a:ext cx="8731046" cy="4725065"/>
          </a:xfrm>
        </p:spPr>
        <p:txBody>
          <a:bodyPr>
            <a:normAutofit fontScale="62500" lnSpcReduction="20000"/>
          </a:bodyPr>
          <a:lstStyle/>
          <a:p>
            <a:pPr marL="514350" indent="-514350">
              <a:buAutoNum type="arabicPeriod"/>
            </a:pPr>
            <a:r>
              <a:rPr lang="en-US" b="1" dirty="0"/>
              <a:t>Describe it (What it is)</a:t>
            </a:r>
            <a:r>
              <a:rPr lang="en-US" dirty="0"/>
              <a:t>: Social media use among university students refers to how students engage with platforms such as Instagram, WhatsApp, TikTok, X, and LinkedIn for communication, entertainment, learning, and self-expression. Its main components include content creation, content consumption, online interaction, and algorithm-driven feeds.</a:t>
            </a:r>
          </a:p>
          <a:p>
            <a:pPr marL="514350" indent="-514350">
              <a:buAutoNum type="arabicPeriod"/>
            </a:pPr>
            <a:r>
              <a:rPr lang="en-US" b="1" dirty="0"/>
              <a:t>Trace it (Where it came from): </a:t>
            </a:r>
            <a:r>
              <a:rPr lang="en-US" dirty="0"/>
              <a:t>Social media use among students has evolved from early platforms like Facebook, which were initially designed for university communities, to highly visual and algorithm-driven platforms such as Instagram and TikTok. Over time, its purpose has shifted from simple social networking to branding, activism, and even academic collaboration.</a:t>
            </a:r>
          </a:p>
          <a:p>
            <a:pPr marL="514350" indent="-514350">
              <a:buAutoNum type="arabicPeriod"/>
            </a:pPr>
            <a:r>
              <a:rPr lang="en-US" b="1" dirty="0"/>
              <a:t>Map it (What it connects to): </a:t>
            </a:r>
            <a:r>
              <a:rPr lang="en-US" dirty="0"/>
              <a:t>This topic is related to psychology (attention, addiction, identity formation), education (digital learning, student engagement), and sociology (peer influence, social capital). It is influenced by platform algorithms, peer norms, and institutional policies. In turn, it influences students’ study habits, mental health, language use, and political awareness.</a:t>
            </a:r>
          </a:p>
        </p:txBody>
      </p:sp>
    </p:spTree>
    <p:extLst>
      <p:ext uri="{BB962C8B-B14F-4D97-AF65-F5344CB8AC3E}">
        <p14:creationId xmlns:p14="http://schemas.microsoft.com/office/powerpoint/2010/main" val="4142642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2736-F625-86BE-9008-8F81C26DE44F}"/>
              </a:ext>
            </a:extLst>
          </p:cNvPr>
          <p:cNvSpPr>
            <a:spLocks noGrp="1"/>
          </p:cNvSpPr>
          <p:nvPr>
            <p:ph type="title"/>
          </p:nvPr>
        </p:nvSpPr>
        <p:spPr/>
        <p:txBody>
          <a:bodyPr/>
          <a:lstStyle/>
          <a:p>
            <a:r>
              <a:rPr lang="en-US" dirty="0"/>
              <a:t>Cubing</a:t>
            </a:r>
          </a:p>
        </p:txBody>
      </p:sp>
      <p:sp>
        <p:nvSpPr>
          <p:cNvPr id="3" name="Content Placeholder 2">
            <a:extLst>
              <a:ext uri="{FF2B5EF4-FFF2-40B4-BE49-F238E27FC236}">
                <a16:creationId xmlns:a16="http://schemas.microsoft.com/office/drawing/2014/main" id="{DBB3AAA4-A378-8230-859A-6DF70BDD2BB5}"/>
              </a:ext>
            </a:extLst>
          </p:cNvPr>
          <p:cNvSpPr>
            <a:spLocks noGrp="1"/>
          </p:cNvSpPr>
          <p:nvPr>
            <p:ph idx="1"/>
          </p:nvPr>
        </p:nvSpPr>
        <p:spPr/>
        <p:txBody>
          <a:bodyPr>
            <a:normAutofit fontScale="77500" lnSpcReduction="20000"/>
          </a:bodyPr>
          <a:lstStyle/>
          <a:p>
            <a:r>
              <a:rPr lang="en-US" dirty="0"/>
              <a:t>Cubing enables you to consider your topic from six different directions; just as a cube is six-sided, your cubing brainstorming will result in six “sides” or approaches to the topic.</a:t>
            </a:r>
          </a:p>
          <a:p>
            <a:r>
              <a:rPr lang="en-US" b="1" dirty="0"/>
              <a:t>Take a sheet of paper, consider your topic, and respond to these six commands:</a:t>
            </a:r>
            <a:endParaRPr lang="en-US" dirty="0"/>
          </a:p>
          <a:p>
            <a:r>
              <a:rPr lang="en-US" dirty="0"/>
              <a:t>Describe it.</a:t>
            </a:r>
          </a:p>
          <a:p>
            <a:r>
              <a:rPr lang="en-US" dirty="0"/>
              <a:t>Compare it.</a:t>
            </a:r>
          </a:p>
          <a:p>
            <a:r>
              <a:rPr lang="en-US" dirty="0"/>
              <a:t>Associate it.</a:t>
            </a:r>
          </a:p>
          <a:p>
            <a:r>
              <a:rPr lang="en-US" dirty="0"/>
              <a:t>Analyze it.</a:t>
            </a:r>
          </a:p>
          <a:p>
            <a:r>
              <a:rPr lang="en-US" dirty="0"/>
              <a:t>Apply it.</a:t>
            </a:r>
          </a:p>
          <a:p>
            <a:r>
              <a:rPr lang="en-US" dirty="0"/>
              <a:t>Argue for and against it.</a:t>
            </a:r>
          </a:p>
          <a:p>
            <a:endParaRPr lang="en-US" dirty="0"/>
          </a:p>
        </p:txBody>
      </p:sp>
    </p:spTree>
    <p:extLst>
      <p:ext uri="{BB962C8B-B14F-4D97-AF65-F5344CB8AC3E}">
        <p14:creationId xmlns:p14="http://schemas.microsoft.com/office/powerpoint/2010/main" val="3225801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0CC7-5B12-91CD-2102-D9A4DCC3D2E9}"/>
              </a:ext>
            </a:extLst>
          </p:cNvPr>
          <p:cNvSpPr>
            <a:spLocks noGrp="1"/>
          </p:cNvSpPr>
          <p:nvPr>
            <p:ph type="title"/>
          </p:nvPr>
        </p:nvSpPr>
        <p:spPr/>
        <p:txBody>
          <a:bodyPr>
            <a:normAutofit fontScale="90000"/>
          </a:bodyPr>
          <a:lstStyle/>
          <a:p>
            <a:r>
              <a:rPr lang="en-US" dirty="0"/>
              <a:t>Example: Online Learning in Universities</a:t>
            </a:r>
          </a:p>
        </p:txBody>
      </p:sp>
      <p:sp>
        <p:nvSpPr>
          <p:cNvPr id="3" name="Content Placeholder 2">
            <a:extLst>
              <a:ext uri="{FF2B5EF4-FFF2-40B4-BE49-F238E27FC236}">
                <a16:creationId xmlns:a16="http://schemas.microsoft.com/office/drawing/2014/main" id="{87F1D104-2CB5-97DD-4DC2-B4CDA0C41BFF}"/>
              </a:ext>
            </a:extLst>
          </p:cNvPr>
          <p:cNvSpPr>
            <a:spLocks noGrp="1"/>
          </p:cNvSpPr>
          <p:nvPr>
            <p:ph idx="1"/>
          </p:nvPr>
        </p:nvSpPr>
        <p:spPr>
          <a:xfrm>
            <a:off x="221226" y="1600200"/>
            <a:ext cx="8686800" cy="4525963"/>
          </a:xfrm>
        </p:spPr>
        <p:txBody>
          <a:bodyPr>
            <a:noAutofit/>
          </a:bodyPr>
          <a:lstStyle/>
          <a:p>
            <a:pPr marL="0" indent="0">
              <a:buNone/>
            </a:pPr>
            <a:r>
              <a:rPr lang="en-US" sz="1400" b="1" dirty="0"/>
              <a:t>1. Describe it</a:t>
            </a:r>
          </a:p>
          <a:p>
            <a:r>
              <a:rPr lang="en-US" sz="1400" dirty="0"/>
              <a:t>Online learning in universities refers to the delivery of courses through digital platforms such as LMSs, video conferencing tools, and recorded lectures. It includes synchronous classes, asynchronous materials, online assessments, and virtual interaction between teachers and students.</a:t>
            </a:r>
          </a:p>
          <a:p>
            <a:pPr marL="0" indent="0">
              <a:buNone/>
            </a:pPr>
            <a:r>
              <a:rPr lang="en-US" sz="1400" b="1" dirty="0"/>
              <a:t>2. Compare it</a:t>
            </a:r>
          </a:p>
          <a:p>
            <a:r>
              <a:rPr lang="en-US" sz="1400" dirty="0"/>
              <a:t>Online learning differs from face-to-face learning in terms of flexibility, physical interaction, and classroom dynamics. Unlike traditional classes, it allows students to learn from any location but offers less spontaneous discussion and social engagement.</a:t>
            </a:r>
          </a:p>
          <a:p>
            <a:pPr marL="0" indent="0">
              <a:buNone/>
            </a:pPr>
            <a:r>
              <a:rPr lang="en-US" sz="1400" b="1" dirty="0"/>
              <a:t>3. Associate it</a:t>
            </a:r>
          </a:p>
          <a:p>
            <a:r>
              <a:rPr lang="en-US" sz="1400" dirty="0"/>
              <a:t>Online learning can be associated with concepts such as technology, self-discipline, accessibility, screen fatigue, digital divide, and independent learning. It also connects to ideas of globalization and lifelong learning.</a:t>
            </a:r>
          </a:p>
          <a:p>
            <a:pPr marL="0" indent="0">
              <a:buNone/>
            </a:pPr>
            <a:r>
              <a:rPr lang="en-US" sz="1400" b="1" dirty="0"/>
              <a:t>4. Analyze it</a:t>
            </a:r>
          </a:p>
          <a:p>
            <a:r>
              <a:rPr lang="en-US" sz="1400" dirty="0"/>
              <a:t>Online learning consists of several elements: technology infrastructure, teaching methods, student motivation, assessment design, and institutional support. Weakness in any of these components can reduce its effectiveness, even if the platform itself is advanced.</a:t>
            </a:r>
          </a:p>
          <a:p>
            <a:pPr marL="0" indent="0">
              <a:buNone/>
            </a:pPr>
            <a:r>
              <a:rPr lang="en-US" sz="1400" b="1" dirty="0"/>
              <a:t>5. Apply it</a:t>
            </a:r>
          </a:p>
          <a:p>
            <a:r>
              <a:rPr lang="en-US" sz="1400" dirty="0"/>
              <a:t>Online learning is applied in situations such as distance education, professional development programs, emergency teaching during crises, and blended learning models in universities.</a:t>
            </a:r>
          </a:p>
          <a:p>
            <a:pPr marL="0" indent="0">
              <a:buNone/>
            </a:pPr>
            <a:r>
              <a:rPr lang="en-US" sz="1400" b="1" dirty="0"/>
              <a:t>6. Argue for and against it</a:t>
            </a:r>
          </a:p>
          <a:p>
            <a:r>
              <a:rPr lang="en-US" sz="1400" b="1" dirty="0"/>
              <a:t>For:</a:t>
            </a:r>
            <a:r>
              <a:rPr lang="en-US" sz="1400" dirty="0"/>
              <a:t> Online learning increases access to education, saves travel time, and allows flexible scheduling.</a:t>
            </a:r>
            <a:br>
              <a:rPr lang="en-US" sz="1400" dirty="0"/>
            </a:br>
            <a:r>
              <a:rPr lang="en-US" sz="1400" b="1" dirty="0"/>
              <a:t>Against:</a:t>
            </a:r>
            <a:r>
              <a:rPr lang="en-US" sz="1400" dirty="0"/>
              <a:t> It may reduce student engagement, increase distractions, and disadvantage students with limited internet access.</a:t>
            </a:r>
          </a:p>
          <a:p>
            <a:endParaRPr lang="en-US" sz="1400" dirty="0"/>
          </a:p>
        </p:txBody>
      </p:sp>
    </p:spTree>
    <p:extLst>
      <p:ext uri="{BB962C8B-B14F-4D97-AF65-F5344CB8AC3E}">
        <p14:creationId xmlns:p14="http://schemas.microsoft.com/office/powerpoint/2010/main" val="2769741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D67B-0FF2-72E6-D200-DACC1841ABA6}"/>
              </a:ext>
            </a:extLst>
          </p:cNvPr>
          <p:cNvSpPr>
            <a:spLocks noGrp="1"/>
          </p:cNvSpPr>
          <p:nvPr>
            <p:ph type="title"/>
          </p:nvPr>
        </p:nvSpPr>
        <p:spPr/>
        <p:txBody>
          <a:bodyPr/>
          <a:lstStyle/>
          <a:p>
            <a:r>
              <a:rPr lang="en-US" dirty="0"/>
              <a:t>Thinking in Similes</a:t>
            </a:r>
          </a:p>
        </p:txBody>
      </p:sp>
      <p:sp>
        <p:nvSpPr>
          <p:cNvPr id="3" name="Content Placeholder 2">
            <a:extLst>
              <a:ext uri="{FF2B5EF4-FFF2-40B4-BE49-F238E27FC236}">
                <a16:creationId xmlns:a16="http://schemas.microsoft.com/office/drawing/2014/main" id="{7C794495-5BD8-060F-154D-516C8C04E154}"/>
              </a:ext>
            </a:extLst>
          </p:cNvPr>
          <p:cNvSpPr>
            <a:spLocks noGrp="1"/>
          </p:cNvSpPr>
          <p:nvPr>
            <p:ph idx="1"/>
          </p:nvPr>
        </p:nvSpPr>
        <p:spPr/>
        <p:txBody>
          <a:bodyPr>
            <a:normAutofit fontScale="92500" lnSpcReduction="20000"/>
          </a:bodyPr>
          <a:lstStyle/>
          <a:p>
            <a:r>
              <a:rPr lang="en-US" dirty="0"/>
              <a:t>In this technique, complete the following sentence:________________ is/was/are/were like ____________________.</a:t>
            </a:r>
          </a:p>
          <a:p>
            <a:r>
              <a:rPr lang="en-US" dirty="0"/>
              <a:t>In the first blank put one of the terms or concepts your topic centers on. Then try to brainstorm as many answers as possible for the second blank, writing them down as you come up with them.</a:t>
            </a:r>
          </a:p>
          <a:p>
            <a:r>
              <a:rPr lang="en-US" dirty="0"/>
              <a:t>After you have produced a list of options, look over your ideas. What kinds of ideas come forward? What patterns or associations do you find?</a:t>
            </a:r>
          </a:p>
        </p:txBody>
      </p:sp>
    </p:spTree>
    <p:extLst>
      <p:ext uri="{BB962C8B-B14F-4D97-AF65-F5344CB8AC3E}">
        <p14:creationId xmlns:p14="http://schemas.microsoft.com/office/powerpoint/2010/main" val="4061945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B798A-F8C7-2AAC-ED90-46E42674F5C7}"/>
              </a:ext>
            </a:extLst>
          </p:cNvPr>
          <p:cNvSpPr>
            <a:spLocks noGrp="1"/>
          </p:cNvSpPr>
          <p:nvPr>
            <p:ph type="title"/>
          </p:nvPr>
        </p:nvSpPr>
        <p:spPr/>
        <p:txBody>
          <a:bodyPr>
            <a:normAutofit fontScale="90000"/>
          </a:bodyPr>
          <a:lstStyle/>
          <a:p>
            <a:r>
              <a:rPr lang="en-US" dirty="0"/>
              <a:t>Example: Online learning is like _____</a:t>
            </a:r>
          </a:p>
        </p:txBody>
      </p:sp>
      <p:sp>
        <p:nvSpPr>
          <p:cNvPr id="3" name="Content Placeholder 2">
            <a:extLst>
              <a:ext uri="{FF2B5EF4-FFF2-40B4-BE49-F238E27FC236}">
                <a16:creationId xmlns:a16="http://schemas.microsoft.com/office/drawing/2014/main" id="{FA9D62A4-4DD4-72A4-F531-D9C003D2C58B}"/>
              </a:ext>
            </a:extLst>
          </p:cNvPr>
          <p:cNvSpPr>
            <a:spLocks noGrp="1"/>
          </p:cNvSpPr>
          <p:nvPr>
            <p:ph idx="1"/>
          </p:nvPr>
        </p:nvSpPr>
        <p:spPr/>
        <p:txBody>
          <a:bodyPr>
            <a:normAutofit fontScale="92500"/>
          </a:bodyPr>
          <a:lstStyle/>
          <a:p>
            <a:r>
              <a:rPr lang="en-US" dirty="0"/>
              <a:t>Online learning is like a self-driving car: it works well, but only if you know how to control it.</a:t>
            </a:r>
          </a:p>
          <a:p>
            <a:r>
              <a:rPr lang="en-US" dirty="0"/>
              <a:t>Online learning is like a library without a librarian: full of information, but guidance is limited.</a:t>
            </a:r>
          </a:p>
          <a:p>
            <a:r>
              <a:rPr lang="en-US" dirty="0"/>
              <a:t>Online learning is like working out at home: effective for motivated people, difficult for others.</a:t>
            </a:r>
          </a:p>
          <a:p>
            <a:r>
              <a:rPr lang="en-US" dirty="0"/>
              <a:t>Online learning is like watching a recorded match instead of playing: informative but less engaging.</a:t>
            </a:r>
          </a:p>
        </p:txBody>
      </p:sp>
    </p:spTree>
    <p:extLst>
      <p:ext uri="{BB962C8B-B14F-4D97-AF65-F5344CB8AC3E}">
        <p14:creationId xmlns:p14="http://schemas.microsoft.com/office/powerpoint/2010/main" val="687341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5812" y="365125"/>
            <a:ext cx="8375585"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2B038FA-EFC8-6004-F648-471F22AD5AED}"/>
              </a:ext>
            </a:extLst>
          </p:cNvPr>
          <p:cNvSpPr>
            <a:spLocks noGrp="1"/>
          </p:cNvSpPr>
          <p:nvPr>
            <p:ph type="title"/>
          </p:nvPr>
        </p:nvSpPr>
        <p:spPr>
          <a:xfrm>
            <a:off x="785059" y="586822"/>
            <a:ext cx="2670189" cy="1645920"/>
          </a:xfrm>
        </p:spPr>
        <p:txBody>
          <a:bodyPr>
            <a:normAutofit/>
          </a:bodyPr>
          <a:lstStyle/>
          <a:p>
            <a:r>
              <a:rPr lang="en-US" sz="2800"/>
              <a:t>Relationship between the parts</a:t>
            </a:r>
          </a:p>
        </p:txBody>
      </p:sp>
      <p:sp>
        <p:nvSpPr>
          <p:cNvPr id="14" name="Rectangle 1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7806" y="1057739"/>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 name="Rectangle 15">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99776" y="1402924"/>
            <a:ext cx="1463040"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81682C8-00E1-25ED-D61D-381B0CBED08A}"/>
              </a:ext>
            </a:extLst>
          </p:cNvPr>
          <p:cNvSpPr>
            <a:spLocks noGrp="1"/>
          </p:cNvSpPr>
          <p:nvPr>
            <p:ph idx="1"/>
          </p:nvPr>
        </p:nvSpPr>
        <p:spPr>
          <a:xfrm>
            <a:off x="4013373" y="586822"/>
            <a:ext cx="4501977" cy="1645920"/>
          </a:xfrm>
        </p:spPr>
        <p:txBody>
          <a:bodyPr anchor="ctr">
            <a:normAutofit/>
          </a:bodyPr>
          <a:lstStyle/>
          <a:p>
            <a:r>
              <a:rPr lang="en-US" sz="1600"/>
              <a:t>In this technique, begin by writing the following pairs of terms on opposite margins of one sheet of paper:</a:t>
            </a:r>
          </a:p>
          <a:p>
            <a:endParaRPr lang="en-US" sz="1600"/>
          </a:p>
        </p:txBody>
      </p:sp>
      <p:pic>
        <p:nvPicPr>
          <p:cNvPr id="5" name="Picture 4">
            <a:extLst>
              <a:ext uri="{FF2B5EF4-FFF2-40B4-BE49-F238E27FC236}">
                <a16:creationId xmlns:a16="http://schemas.microsoft.com/office/drawing/2014/main" id="{FDC4D2A1-4CCE-00EA-A357-E1A8678CD428}"/>
              </a:ext>
            </a:extLst>
          </p:cNvPr>
          <p:cNvPicPr>
            <a:picLocks noChangeAspect="1"/>
          </p:cNvPicPr>
          <p:nvPr/>
        </p:nvPicPr>
        <p:blipFill>
          <a:blip r:embed="rId2"/>
          <a:stretch>
            <a:fillRect/>
          </a:stretch>
        </p:blipFill>
        <p:spPr>
          <a:xfrm>
            <a:off x="418338" y="3209478"/>
            <a:ext cx="8373618" cy="2533019"/>
          </a:xfrm>
          <a:prstGeom prst="rect">
            <a:avLst/>
          </a:prstGeom>
        </p:spPr>
      </p:pic>
    </p:spTree>
    <p:extLst>
      <p:ext uri="{BB962C8B-B14F-4D97-AF65-F5344CB8AC3E}">
        <p14:creationId xmlns:p14="http://schemas.microsoft.com/office/powerpoint/2010/main" val="1035600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B4985-7467-0625-189E-ED64A2689329}"/>
              </a:ext>
            </a:extLst>
          </p:cNvPr>
          <p:cNvSpPr>
            <a:spLocks noGrp="1"/>
          </p:cNvSpPr>
          <p:nvPr>
            <p:ph type="title"/>
          </p:nvPr>
        </p:nvSpPr>
        <p:spPr/>
        <p:txBody>
          <a:bodyPr/>
          <a:lstStyle/>
          <a:p>
            <a:r>
              <a:rPr lang="en-US" dirty="0"/>
              <a:t>Example: Online learning</a:t>
            </a:r>
          </a:p>
        </p:txBody>
      </p:sp>
      <p:pic>
        <p:nvPicPr>
          <p:cNvPr id="5" name="Content Placeholder 4">
            <a:extLst>
              <a:ext uri="{FF2B5EF4-FFF2-40B4-BE49-F238E27FC236}">
                <a16:creationId xmlns:a16="http://schemas.microsoft.com/office/drawing/2014/main" id="{89560DB6-C798-BF47-3D01-06E05AD87411}"/>
              </a:ext>
            </a:extLst>
          </p:cNvPr>
          <p:cNvPicPr>
            <a:picLocks noGrp="1" noChangeAspect="1"/>
          </p:cNvPicPr>
          <p:nvPr>
            <p:ph idx="1"/>
          </p:nvPr>
        </p:nvPicPr>
        <p:blipFill>
          <a:blip r:embed="rId2"/>
          <a:stretch>
            <a:fillRect/>
          </a:stretch>
        </p:blipFill>
        <p:spPr>
          <a:xfrm>
            <a:off x="250723" y="1637071"/>
            <a:ext cx="8539316" cy="4262284"/>
          </a:xfrm>
        </p:spPr>
      </p:pic>
    </p:spTree>
    <p:extLst>
      <p:ext uri="{BB962C8B-B14F-4D97-AF65-F5344CB8AC3E}">
        <p14:creationId xmlns:p14="http://schemas.microsoft.com/office/powerpoint/2010/main" val="2295778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3256B-0A0D-D376-7DD6-6DA1FC0EAF57}"/>
              </a:ext>
            </a:extLst>
          </p:cNvPr>
          <p:cNvSpPr>
            <a:spLocks noGrp="1"/>
          </p:cNvSpPr>
          <p:nvPr>
            <p:ph type="title"/>
          </p:nvPr>
        </p:nvSpPr>
        <p:spPr/>
        <p:txBody>
          <a:bodyPr/>
          <a:lstStyle/>
          <a:p>
            <a:r>
              <a:rPr lang="en-US" dirty="0"/>
              <a:t>Thinking Outside the Box</a:t>
            </a:r>
          </a:p>
        </p:txBody>
      </p:sp>
      <p:sp>
        <p:nvSpPr>
          <p:cNvPr id="3" name="Content Placeholder 2">
            <a:extLst>
              <a:ext uri="{FF2B5EF4-FFF2-40B4-BE49-F238E27FC236}">
                <a16:creationId xmlns:a16="http://schemas.microsoft.com/office/drawing/2014/main" id="{9BF55230-E890-A0CB-5860-0EDBDA85F498}"/>
              </a:ext>
            </a:extLst>
          </p:cNvPr>
          <p:cNvSpPr>
            <a:spLocks noGrp="1"/>
          </p:cNvSpPr>
          <p:nvPr>
            <p:ph idx="1"/>
          </p:nvPr>
        </p:nvSpPr>
        <p:spPr/>
        <p:txBody>
          <a:bodyPr>
            <a:normAutofit fontScale="85000" lnSpcReduction="10000"/>
          </a:bodyPr>
          <a:lstStyle/>
          <a:p>
            <a:r>
              <a:rPr lang="en-US" dirty="0"/>
              <a:t>Even when you are writing within a particular academic discipline, you can take advantage of your semesters of experience in other courses from other departments. </a:t>
            </a:r>
          </a:p>
          <a:p>
            <a:r>
              <a:rPr lang="en-US" dirty="0"/>
              <a:t>Let’s say you are writing a paper for an English course. You could ask yourself, “Hmmm, if I were writing about this very same topic in a biology course or using this term in a history course, how might I see or understand it differently? Are there varying definitions for this concept within, say, philosophy or physics, that might encourage me to think about this term from a new, richer point of view?”</a:t>
            </a:r>
          </a:p>
        </p:txBody>
      </p:sp>
    </p:spTree>
    <p:extLst>
      <p:ext uri="{BB962C8B-B14F-4D97-AF65-F5344CB8AC3E}">
        <p14:creationId xmlns:p14="http://schemas.microsoft.com/office/powerpoint/2010/main" val="2881109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93394DA-E684-47C2-9020-13225823F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06443"/>
          </a:xfrm>
        </p:spPr>
        <p:txBody>
          <a:bodyPr>
            <a:normAutofit/>
          </a:bodyPr>
          <a:lstStyle/>
          <a:p>
            <a:r>
              <a:rPr lang="en-US" sz="3500"/>
              <a:t>Understanding the Purpose and Audience</a:t>
            </a:r>
          </a:p>
        </p:txBody>
      </p:sp>
      <p:pic>
        <p:nvPicPr>
          <p:cNvPr id="6" name="Picture 5">
            <a:extLst>
              <a:ext uri="{FF2B5EF4-FFF2-40B4-BE49-F238E27FC236}">
                <a16:creationId xmlns:a16="http://schemas.microsoft.com/office/drawing/2014/main" id="{7EE75B40-E96F-6B49-01E1-B2B9961DB183}"/>
              </a:ext>
            </a:extLst>
          </p:cNvPr>
          <p:cNvPicPr>
            <a:picLocks noChangeAspect="1"/>
          </p:cNvPicPr>
          <p:nvPr/>
        </p:nvPicPr>
        <p:blipFill>
          <a:blip r:embed="rId2"/>
          <a:srcRect l="39978" r="18547" b="-3"/>
          <a:stretch/>
        </p:blipFill>
        <p:spPr>
          <a:xfrm>
            <a:off x="5991969" y="1904282"/>
            <a:ext cx="2567320" cy="4224808"/>
          </a:xfrm>
          <a:prstGeom prst="rect">
            <a:avLst/>
          </a:prstGeom>
        </p:spPr>
      </p:pic>
      <p:graphicFrame>
        <p:nvGraphicFramePr>
          <p:cNvPr id="5" name="Content Placeholder 2">
            <a:extLst>
              <a:ext uri="{FF2B5EF4-FFF2-40B4-BE49-F238E27FC236}">
                <a16:creationId xmlns:a16="http://schemas.microsoft.com/office/drawing/2014/main" id="{0F79495A-03CB-8EAF-AEC5-6E87C310BCB2}"/>
              </a:ext>
            </a:extLst>
          </p:cNvPr>
          <p:cNvGraphicFramePr>
            <a:graphicFrameLocks noGrp="1"/>
          </p:cNvGraphicFramePr>
          <p:nvPr>
            <p:ph idx="1"/>
            <p:extLst>
              <p:ext uri="{D42A27DB-BD31-4B8C-83A1-F6EECF244321}">
                <p14:modId xmlns:p14="http://schemas.microsoft.com/office/powerpoint/2010/main" val="2969577767"/>
              </p:ext>
            </p:extLst>
          </p:nvPr>
        </p:nvGraphicFramePr>
        <p:xfrm>
          <a:off x="628650" y="1825625"/>
          <a:ext cx="5036058" cy="4303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lnSpc>
                <a:spcPct val="90000"/>
              </a:lnSpc>
            </a:pPr>
            <a:r>
              <a:rPr lang="en-US"/>
              <a:t>Research and Gathering Information</a:t>
            </a:r>
          </a:p>
        </p:txBody>
      </p:sp>
      <p:cxnSp>
        <p:nvCxnSpPr>
          <p:cNvPr id="14" name="Straight Connector 1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EB028A3E-901F-2344-6112-91BD2FB15EEE}"/>
              </a:ext>
            </a:extLst>
          </p:cNvPr>
          <p:cNvGraphicFramePr>
            <a:graphicFrameLocks noGrp="1"/>
          </p:cNvGraphicFramePr>
          <p:nvPr>
            <p:ph idx="1"/>
            <p:extLst>
              <p:ext uri="{D42A27DB-BD31-4B8C-83A1-F6EECF244321}">
                <p14:modId xmlns:p14="http://schemas.microsoft.com/office/powerpoint/2010/main" val="2331856639"/>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Collaboration and Feedback</a:t>
            </a:r>
          </a:p>
        </p:txBody>
      </p:sp>
      <p:sp>
        <p:nvSpPr>
          <p:cNvPr id="3" name="Content Placeholder 2"/>
          <p:cNvSpPr>
            <a:spLocks noGrp="1"/>
          </p:cNvSpPr>
          <p:nvPr>
            <p:ph idx="1"/>
          </p:nvPr>
        </p:nvSpPr>
        <p:spPr>
          <a:xfrm>
            <a:off x="571350" y="2470244"/>
            <a:ext cx="4000647" cy="3769835"/>
          </a:xfrm>
        </p:spPr>
        <p:txBody>
          <a:bodyPr anchor="ctr">
            <a:normAutofit/>
          </a:bodyPr>
          <a:lstStyle/>
          <a:p>
            <a:pPr marL="0" indent="0">
              <a:buNone/>
            </a:pPr>
            <a:r>
              <a:rPr lang="en-US" sz="2800" dirty="0"/>
              <a:t>• Peer discussions</a:t>
            </a:r>
          </a:p>
          <a:p>
            <a:pPr marL="0" indent="0">
              <a:buNone/>
            </a:pPr>
            <a:r>
              <a:rPr lang="en-US" sz="2800" dirty="0"/>
              <a:t>• Reviewing initial ideas with mentors or colleagues</a:t>
            </a:r>
          </a:p>
        </p:txBody>
      </p:sp>
      <p:pic>
        <p:nvPicPr>
          <p:cNvPr id="5" name="Picture 4" descr="Hands-on top of each other">
            <a:extLst>
              <a:ext uri="{FF2B5EF4-FFF2-40B4-BE49-F238E27FC236}">
                <a16:creationId xmlns:a16="http://schemas.microsoft.com/office/drawing/2014/main" id="{9FEF3CBC-E793-4EE5-2D2C-D8CBE16376C3}"/>
              </a:ext>
            </a:extLst>
          </p:cNvPr>
          <p:cNvPicPr>
            <a:picLocks noChangeAspect="1"/>
          </p:cNvPicPr>
          <p:nvPr/>
        </p:nvPicPr>
        <p:blipFill>
          <a:blip r:embed="rId2"/>
          <a:srcRect l="58609" r="15910"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Conclusion &amp; Next Steps</a:t>
            </a:r>
          </a:p>
        </p:txBody>
      </p:sp>
      <p:sp>
        <p:nvSpPr>
          <p:cNvPr id="3" name="Content Placeholder 2"/>
          <p:cNvSpPr>
            <a:spLocks noGrp="1"/>
          </p:cNvSpPr>
          <p:nvPr>
            <p:ph idx="1"/>
          </p:nvPr>
        </p:nvSpPr>
        <p:spPr>
          <a:xfrm>
            <a:off x="571350" y="2470244"/>
            <a:ext cx="4000647" cy="3769835"/>
          </a:xfrm>
        </p:spPr>
        <p:txBody>
          <a:bodyPr anchor="ctr">
            <a:normAutofit/>
          </a:bodyPr>
          <a:lstStyle/>
          <a:p>
            <a:pPr marL="0" indent="0">
              <a:buNone/>
            </a:pPr>
            <a:r>
              <a:rPr lang="en-US" sz="2800" dirty="0"/>
              <a:t>• Summary of key pre-writing techniques</a:t>
            </a:r>
          </a:p>
          <a:p>
            <a:pPr marL="0" indent="0">
              <a:buNone/>
            </a:pPr>
            <a:r>
              <a:rPr lang="en-US" sz="2800" dirty="0"/>
              <a:t>• Transitioning from pre-writing to drafting</a:t>
            </a:r>
          </a:p>
        </p:txBody>
      </p:sp>
      <p:pic>
        <p:nvPicPr>
          <p:cNvPr id="5" name="Picture 4" descr="Pen placed on top of a signature line">
            <a:extLst>
              <a:ext uri="{FF2B5EF4-FFF2-40B4-BE49-F238E27FC236}">
                <a16:creationId xmlns:a16="http://schemas.microsoft.com/office/drawing/2014/main" id="{688416DF-7E18-379C-26A7-CC96F05A0725}"/>
              </a:ext>
            </a:extLst>
          </p:cNvPr>
          <p:cNvPicPr>
            <a:picLocks noChangeAspect="1"/>
          </p:cNvPicPr>
          <p:nvPr/>
        </p:nvPicPr>
        <p:blipFill>
          <a:blip r:embed="rId2"/>
          <a:srcRect l="55508" r="5615"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864</TotalTime>
  <Words>1400</Words>
  <Application>Microsoft Office PowerPoint</Application>
  <PresentationFormat>On-screen Show (4:3)</PresentationFormat>
  <Paragraphs>114</Paragraphs>
  <Slides>22</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Arial</vt:lpstr>
      <vt:lpstr>Calibri</vt:lpstr>
      <vt:lpstr>Times New Roman</vt:lpstr>
      <vt:lpstr>Office Theme</vt:lpstr>
      <vt:lpstr>Default Design</vt:lpstr>
      <vt:lpstr>PowerPoint Presentation</vt:lpstr>
      <vt:lpstr>Pre-Writing Strategies</vt:lpstr>
      <vt:lpstr>Introduction to Pre-Writing</vt:lpstr>
      <vt:lpstr>Prewriting is considered an intellectual architecture</vt:lpstr>
      <vt:lpstr>Brainstorming we went through in “Functional English Course”</vt:lpstr>
      <vt:lpstr>Brainstorming in Expository Writing</vt:lpstr>
      <vt:lpstr>Prewriting strategies we already know</vt:lpstr>
      <vt:lpstr>Organizing Ideas Logically</vt:lpstr>
      <vt:lpstr>New Prewriting Strategies</vt:lpstr>
      <vt:lpstr>3 Perspectives</vt:lpstr>
      <vt:lpstr>Example: Social Media Use Among University Students</vt:lpstr>
      <vt:lpstr>Cubing</vt:lpstr>
      <vt:lpstr>Example: Online Learning in Universities</vt:lpstr>
      <vt:lpstr>Thinking in Similes</vt:lpstr>
      <vt:lpstr>Example: Online learning is like _____</vt:lpstr>
      <vt:lpstr>Relationship between the parts</vt:lpstr>
      <vt:lpstr>Example: Online learning</vt:lpstr>
      <vt:lpstr>Thinking Outside the Box</vt:lpstr>
      <vt:lpstr>Understanding the Purpose and Audience</vt:lpstr>
      <vt:lpstr>Research and Gathering Information</vt:lpstr>
      <vt:lpstr>Collaboration and Feedback</vt:lpstr>
      <vt:lpstr>Conclusion &amp; Next Steps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Samia Tahir</cp:lastModifiedBy>
  <cp:revision>5</cp:revision>
  <dcterms:created xsi:type="dcterms:W3CDTF">2013-01-27T09:14:16Z</dcterms:created>
  <dcterms:modified xsi:type="dcterms:W3CDTF">2026-02-10T04:56:37Z</dcterms:modified>
  <cp:category/>
</cp:coreProperties>
</file>