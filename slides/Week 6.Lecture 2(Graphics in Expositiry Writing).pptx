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5" r:id="rId1"/>
  </p:sldMasterIdLst>
  <p:notesMasterIdLst>
    <p:notesMasterId r:id="rId28"/>
  </p:notesMasterIdLst>
  <p:sldIdLst>
    <p:sldId id="328" r:id="rId2"/>
    <p:sldId id="305" r:id="rId3"/>
    <p:sldId id="307" r:id="rId4"/>
    <p:sldId id="330" r:id="rId5"/>
    <p:sldId id="306" r:id="rId6"/>
    <p:sldId id="308" r:id="rId7"/>
    <p:sldId id="313" r:id="rId8"/>
    <p:sldId id="314" r:id="rId9"/>
    <p:sldId id="310" r:id="rId10"/>
    <p:sldId id="311" r:id="rId11"/>
    <p:sldId id="315" r:id="rId12"/>
    <p:sldId id="309" r:id="rId13"/>
    <p:sldId id="316" r:id="rId14"/>
    <p:sldId id="312" r:id="rId15"/>
    <p:sldId id="329" r:id="rId16"/>
    <p:sldId id="317" r:id="rId17"/>
    <p:sldId id="318" r:id="rId18"/>
    <p:sldId id="319" r:id="rId19"/>
    <p:sldId id="320" r:id="rId20"/>
    <p:sldId id="321" r:id="rId21"/>
    <p:sldId id="322" r:id="rId22"/>
    <p:sldId id="323" r:id="rId23"/>
    <p:sldId id="324" r:id="rId24"/>
    <p:sldId id="325" r:id="rId25"/>
    <p:sldId id="327" r:id="rId26"/>
    <p:sldId id="326" r:id="rId27"/>
  </p:sldIdLst>
  <p:sldSz cx="9144000" cy="5715000" type="screen16x1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355600" indent="10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712788" indent="201613"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068388" indent="303213"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425575" indent="403225"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80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FF0000"/>
    <a:srgbClr val="33CC33"/>
    <a:srgbClr val="FF9933"/>
    <a:srgbClr val="00CC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94" autoAdjust="0"/>
    <p:restoredTop sz="94660"/>
  </p:normalViewPr>
  <p:slideViewPr>
    <p:cSldViewPr>
      <p:cViewPr varScale="1">
        <p:scale>
          <a:sx n="110" d="100"/>
          <a:sy n="110" d="100"/>
        </p:scale>
        <p:origin x="1201" y="71"/>
      </p:cViewPr>
      <p:guideLst>
        <p:guide orient="horz" pos="180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DF8EBA2F-0EDC-F35E-2953-2BBDC3ECA42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cs typeface="Arial" charset="0"/>
              </a:defRPr>
            </a:lvl1pPr>
          </a:lstStyle>
          <a:p>
            <a:pPr>
              <a:defRPr/>
            </a:pPr>
            <a:endParaRPr lang="en-US"/>
          </a:p>
        </p:txBody>
      </p:sp>
      <p:sp>
        <p:nvSpPr>
          <p:cNvPr id="90115" name="Rectangle 3">
            <a:extLst>
              <a:ext uri="{FF2B5EF4-FFF2-40B4-BE49-F238E27FC236}">
                <a16:creationId xmlns:a16="http://schemas.microsoft.com/office/drawing/2014/main" id="{FD6ADD57-35DA-A208-ACC7-696F2A22DB09}"/>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cs typeface="Arial" charset="0"/>
              </a:defRPr>
            </a:lvl1pPr>
          </a:lstStyle>
          <a:p>
            <a:pPr>
              <a:defRPr/>
            </a:pPr>
            <a:endParaRPr lang="en-US"/>
          </a:p>
        </p:txBody>
      </p:sp>
      <p:sp>
        <p:nvSpPr>
          <p:cNvPr id="2052" name="Rectangle 4">
            <a:extLst>
              <a:ext uri="{FF2B5EF4-FFF2-40B4-BE49-F238E27FC236}">
                <a16:creationId xmlns:a16="http://schemas.microsoft.com/office/drawing/2014/main" id="{DC9F320C-0CF4-C346-5353-FCD38E2AA698}"/>
              </a:ext>
            </a:extLst>
          </p:cNvPr>
          <p:cNvSpPr>
            <a:spLocks noRot="1" noChangeArrowheads="1" noTextEdit="1"/>
          </p:cNvSpPr>
          <p:nvPr>
            <p:ph type="sldImg" idx="2"/>
          </p:nvPr>
        </p:nvSpPr>
        <p:spPr bwMode="auto">
          <a:xfrm>
            <a:off x="685800" y="685800"/>
            <a:ext cx="54864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7" name="Rectangle 5">
            <a:extLst>
              <a:ext uri="{FF2B5EF4-FFF2-40B4-BE49-F238E27FC236}">
                <a16:creationId xmlns:a16="http://schemas.microsoft.com/office/drawing/2014/main" id="{6E8E5125-98E7-8163-2881-6B14CA10ED38}"/>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0118" name="Rectangle 6">
            <a:extLst>
              <a:ext uri="{FF2B5EF4-FFF2-40B4-BE49-F238E27FC236}">
                <a16:creationId xmlns:a16="http://schemas.microsoft.com/office/drawing/2014/main" id="{D056EB55-8B10-6E6C-4904-210B20E0B212}"/>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cs typeface="Arial" charset="0"/>
              </a:defRPr>
            </a:lvl1pPr>
          </a:lstStyle>
          <a:p>
            <a:pPr>
              <a:defRPr/>
            </a:pPr>
            <a:endParaRPr lang="en-US"/>
          </a:p>
        </p:txBody>
      </p:sp>
      <p:sp>
        <p:nvSpPr>
          <p:cNvPr id="90119" name="Rectangle 7">
            <a:extLst>
              <a:ext uri="{FF2B5EF4-FFF2-40B4-BE49-F238E27FC236}">
                <a16:creationId xmlns:a16="http://schemas.microsoft.com/office/drawing/2014/main" id="{E7E59106-80F0-1963-B0C4-50C36FF99080}"/>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18DC46D-08F5-4D4D-AD32-CFEE025D21C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900" kern="1200">
        <a:solidFill>
          <a:schemeClr val="tx1"/>
        </a:solidFill>
        <a:latin typeface="Arial" charset="0"/>
        <a:ea typeface="+mn-ea"/>
        <a:cs typeface="Arial" charset="0"/>
      </a:defRPr>
    </a:lvl1pPr>
    <a:lvl2pPr marL="355600" algn="l" rtl="0" eaLnBrk="0" fontAlgn="base" hangingPunct="0">
      <a:spcBef>
        <a:spcPct val="30000"/>
      </a:spcBef>
      <a:spcAft>
        <a:spcPct val="0"/>
      </a:spcAft>
      <a:defRPr sz="900" kern="1200">
        <a:solidFill>
          <a:schemeClr val="tx1"/>
        </a:solidFill>
        <a:latin typeface="Arial" charset="0"/>
        <a:ea typeface="+mn-ea"/>
        <a:cs typeface="Arial" charset="0"/>
      </a:defRPr>
    </a:lvl2pPr>
    <a:lvl3pPr marL="712788" algn="l" rtl="0" eaLnBrk="0" fontAlgn="base" hangingPunct="0">
      <a:spcBef>
        <a:spcPct val="30000"/>
      </a:spcBef>
      <a:spcAft>
        <a:spcPct val="0"/>
      </a:spcAft>
      <a:defRPr sz="900" kern="1200">
        <a:solidFill>
          <a:schemeClr val="tx1"/>
        </a:solidFill>
        <a:latin typeface="Arial" charset="0"/>
        <a:ea typeface="+mn-ea"/>
        <a:cs typeface="Arial" charset="0"/>
      </a:defRPr>
    </a:lvl3pPr>
    <a:lvl4pPr marL="1068388" algn="l" rtl="0" eaLnBrk="0" fontAlgn="base" hangingPunct="0">
      <a:spcBef>
        <a:spcPct val="30000"/>
      </a:spcBef>
      <a:spcAft>
        <a:spcPct val="0"/>
      </a:spcAft>
      <a:defRPr sz="900" kern="1200">
        <a:solidFill>
          <a:schemeClr val="tx1"/>
        </a:solidFill>
        <a:latin typeface="Arial" charset="0"/>
        <a:ea typeface="+mn-ea"/>
        <a:cs typeface="Arial" charset="0"/>
      </a:defRPr>
    </a:lvl4pPr>
    <a:lvl5pPr marL="1425575" algn="l" rtl="0" eaLnBrk="0" fontAlgn="base" hangingPunct="0">
      <a:spcBef>
        <a:spcPct val="30000"/>
      </a:spcBef>
      <a:spcAft>
        <a:spcPct val="0"/>
      </a:spcAft>
      <a:defRPr sz="900" kern="1200">
        <a:solidFill>
          <a:schemeClr val="tx1"/>
        </a:solidFill>
        <a:latin typeface="Arial" charset="0"/>
        <a:ea typeface="+mn-ea"/>
        <a:cs typeface="Arial" charset="0"/>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5"/>
            <a:ext cx="7772400" cy="1225021"/>
          </a:xfrm>
        </p:spPr>
        <p:txBody>
          <a:bodyPr/>
          <a:lstStyle/>
          <a:p>
            <a:r>
              <a:rPr lang="en-US"/>
              <a:t>Click to edit Master title style</a:t>
            </a:r>
          </a:p>
        </p:txBody>
      </p:sp>
      <p:sp>
        <p:nvSpPr>
          <p:cNvPr id="3" name="Subtitle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BF0FA7F1-D111-1B08-9486-5938ABF1C86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4E3193F-1227-5AED-FA13-1E48E860752C}"/>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E5248E40-288F-A5A4-839B-3BA0920E20AE}"/>
              </a:ext>
            </a:extLst>
          </p:cNvPr>
          <p:cNvSpPr>
            <a:spLocks noGrp="1" noChangeArrowheads="1"/>
          </p:cNvSpPr>
          <p:nvPr>
            <p:ph type="sldNum" sz="quarter" idx="12"/>
          </p:nvPr>
        </p:nvSpPr>
        <p:spPr>
          <a:ln/>
        </p:spPr>
        <p:txBody>
          <a:bodyPr/>
          <a:lstStyle>
            <a:lvl1pPr>
              <a:defRPr/>
            </a:lvl1pPr>
          </a:lstStyle>
          <a:p>
            <a:pPr>
              <a:defRPr/>
            </a:pPr>
            <a:fld id="{479D2F9C-1EB3-4D7F-A62A-1E19E5A194BF}" type="slidenum">
              <a:rPr lang="en-US" altLang="en-US"/>
              <a:pPr>
                <a:defRPr/>
              </a:pPr>
              <a:t>‹#›</a:t>
            </a:fld>
            <a:endParaRPr lang="en-US" altLang="en-US"/>
          </a:p>
        </p:txBody>
      </p:sp>
    </p:spTree>
    <p:extLst>
      <p:ext uri="{BB962C8B-B14F-4D97-AF65-F5344CB8AC3E}">
        <p14:creationId xmlns:p14="http://schemas.microsoft.com/office/powerpoint/2010/main" val="1752673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75A5EF4-F9EB-50ED-6073-86340E790FD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9B52B71-2041-C449-7E05-3CEA270E887E}"/>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29DA3FD8-3B42-2E71-A4C2-62556FC96B09}"/>
              </a:ext>
            </a:extLst>
          </p:cNvPr>
          <p:cNvSpPr>
            <a:spLocks noGrp="1" noChangeArrowheads="1"/>
          </p:cNvSpPr>
          <p:nvPr>
            <p:ph type="sldNum" sz="quarter" idx="12"/>
          </p:nvPr>
        </p:nvSpPr>
        <p:spPr>
          <a:ln/>
        </p:spPr>
        <p:txBody>
          <a:bodyPr/>
          <a:lstStyle>
            <a:lvl1pPr>
              <a:defRPr/>
            </a:lvl1pPr>
          </a:lstStyle>
          <a:p>
            <a:pPr>
              <a:defRPr/>
            </a:pPr>
            <a:fld id="{7359AB30-9875-4078-9DC2-A58869EFBBAF}" type="slidenum">
              <a:rPr lang="en-US" altLang="en-US"/>
              <a:pPr>
                <a:defRPr/>
              </a:pPr>
              <a:t>‹#›</a:t>
            </a:fld>
            <a:endParaRPr lang="en-US" altLang="en-US"/>
          </a:p>
        </p:txBody>
      </p:sp>
    </p:spTree>
    <p:extLst>
      <p:ext uri="{BB962C8B-B14F-4D97-AF65-F5344CB8AC3E}">
        <p14:creationId xmlns:p14="http://schemas.microsoft.com/office/powerpoint/2010/main" val="4198452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8"/>
            <a:ext cx="7772400" cy="1135063"/>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0123DADA-8CB7-4F7B-4F34-B90322B6356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B1D61BE-2948-9440-A17A-F6C470ABF444}"/>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2EFCF2EC-D6CB-F0C9-0DE4-2C709892B1B2}"/>
              </a:ext>
            </a:extLst>
          </p:cNvPr>
          <p:cNvSpPr>
            <a:spLocks noGrp="1" noChangeArrowheads="1"/>
          </p:cNvSpPr>
          <p:nvPr>
            <p:ph type="sldNum" sz="quarter" idx="12"/>
          </p:nvPr>
        </p:nvSpPr>
        <p:spPr>
          <a:ln/>
        </p:spPr>
        <p:txBody>
          <a:bodyPr/>
          <a:lstStyle>
            <a:lvl1pPr>
              <a:defRPr/>
            </a:lvl1pPr>
          </a:lstStyle>
          <a:p>
            <a:pPr>
              <a:defRPr/>
            </a:pPr>
            <a:fld id="{9450F279-A977-4960-8341-4B95CBB91954}" type="slidenum">
              <a:rPr lang="en-US" altLang="en-US"/>
              <a:pPr>
                <a:defRPr/>
              </a:pPr>
              <a:t>‹#›</a:t>
            </a:fld>
            <a:endParaRPr lang="en-US" altLang="en-US"/>
          </a:p>
        </p:txBody>
      </p:sp>
    </p:spTree>
    <p:extLst>
      <p:ext uri="{BB962C8B-B14F-4D97-AF65-F5344CB8AC3E}">
        <p14:creationId xmlns:p14="http://schemas.microsoft.com/office/powerpoint/2010/main" val="353682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D43E101-1164-0768-684E-4BF7553D1FF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E05ABDD-61AD-1CCD-7206-219B65ED99D4}"/>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7" name="Rectangle 6">
            <a:extLst>
              <a:ext uri="{FF2B5EF4-FFF2-40B4-BE49-F238E27FC236}">
                <a16:creationId xmlns:a16="http://schemas.microsoft.com/office/drawing/2014/main" id="{40B2893A-15BC-5671-E03D-D9CB73F9246A}"/>
              </a:ext>
            </a:extLst>
          </p:cNvPr>
          <p:cNvSpPr>
            <a:spLocks noGrp="1" noChangeArrowheads="1"/>
          </p:cNvSpPr>
          <p:nvPr>
            <p:ph type="sldNum" sz="quarter" idx="12"/>
          </p:nvPr>
        </p:nvSpPr>
        <p:spPr>
          <a:ln/>
        </p:spPr>
        <p:txBody>
          <a:bodyPr/>
          <a:lstStyle>
            <a:lvl1pPr>
              <a:defRPr/>
            </a:lvl1pPr>
          </a:lstStyle>
          <a:p>
            <a:pPr>
              <a:defRPr/>
            </a:pPr>
            <a:fld id="{985F05FE-F986-42BF-AF2C-478F0AE5EC99}" type="slidenum">
              <a:rPr lang="en-US" altLang="en-US"/>
              <a:pPr>
                <a:defRPr/>
              </a:pPr>
              <a:t>‹#›</a:t>
            </a:fld>
            <a:endParaRPr lang="en-US" altLang="en-US"/>
          </a:p>
        </p:txBody>
      </p:sp>
    </p:spTree>
    <p:extLst>
      <p:ext uri="{BB962C8B-B14F-4D97-AF65-F5344CB8AC3E}">
        <p14:creationId xmlns:p14="http://schemas.microsoft.com/office/powerpoint/2010/main" val="862567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279261"/>
            <a:ext cx="4041775" cy="53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42306EBE-1D70-D65B-EC93-3FB49DF191AF}"/>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A1C1725D-1456-D734-1FD9-A70DA9FAC755}"/>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9" name="Rectangle 6">
            <a:extLst>
              <a:ext uri="{FF2B5EF4-FFF2-40B4-BE49-F238E27FC236}">
                <a16:creationId xmlns:a16="http://schemas.microsoft.com/office/drawing/2014/main" id="{A3A81ADB-6A1F-516B-BB15-6E1AA2E19658}"/>
              </a:ext>
            </a:extLst>
          </p:cNvPr>
          <p:cNvSpPr>
            <a:spLocks noGrp="1" noChangeArrowheads="1"/>
          </p:cNvSpPr>
          <p:nvPr>
            <p:ph type="sldNum" sz="quarter" idx="12"/>
          </p:nvPr>
        </p:nvSpPr>
        <p:spPr>
          <a:ln/>
        </p:spPr>
        <p:txBody>
          <a:bodyPr/>
          <a:lstStyle>
            <a:lvl1pPr>
              <a:defRPr/>
            </a:lvl1pPr>
          </a:lstStyle>
          <a:p>
            <a:pPr>
              <a:defRPr/>
            </a:pPr>
            <a:fld id="{F3457468-C2D8-4243-925C-46575C2F89D6}" type="slidenum">
              <a:rPr lang="en-US" altLang="en-US"/>
              <a:pPr>
                <a:defRPr/>
              </a:pPr>
              <a:t>‹#›</a:t>
            </a:fld>
            <a:endParaRPr lang="en-US" altLang="en-US"/>
          </a:p>
        </p:txBody>
      </p:sp>
    </p:spTree>
    <p:extLst>
      <p:ext uri="{BB962C8B-B14F-4D97-AF65-F5344CB8AC3E}">
        <p14:creationId xmlns:p14="http://schemas.microsoft.com/office/powerpoint/2010/main" val="3302471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39D8C532-9009-9C17-A273-C8A5E4949447}"/>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D5EB2AD0-E763-F4F1-4CD6-D87371DE88E6}"/>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5" name="Rectangle 6">
            <a:extLst>
              <a:ext uri="{FF2B5EF4-FFF2-40B4-BE49-F238E27FC236}">
                <a16:creationId xmlns:a16="http://schemas.microsoft.com/office/drawing/2014/main" id="{BC31286B-06A8-73FD-ED2E-FF9A00CB09A2}"/>
              </a:ext>
            </a:extLst>
          </p:cNvPr>
          <p:cNvSpPr>
            <a:spLocks noGrp="1" noChangeArrowheads="1"/>
          </p:cNvSpPr>
          <p:nvPr>
            <p:ph type="sldNum" sz="quarter" idx="12"/>
          </p:nvPr>
        </p:nvSpPr>
        <p:spPr>
          <a:ln/>
        </p:spPr>
        <p:txBody>
          <a:bodyPr/>
          <a:lstStyle>
            <a:lvl1pPr>
              <a:defRPr/>
            </a:lvl1pPr>
          </a:lstStyle>
          <a:p>
            <a:pPr>
              <a:defRPr/>
            </a:pPr>
            <a:fld id="{9D464319-27C8-432A-BB6A-FF759E7630D0}" type="slidenum">
              <a:rPr lang="en-US" altLang="en-US"/>
              <a:pPr>
                <a:defRPr/>
              </a:pPr>
              <a:t>‹#›</a:t>
            </a:fld>
            <a:endParaRPr lang="en-US" altLang="en-US"/>
          </a:p>
        </p:txBody>
      </p:sp>
    </p:spTree>
    <p:extLst>
      <p:ext uri="{BB962C8B-B14F-4D97-AF65-F5344CB8AC3E}">
        <p14:creationId xmlns:p14="http://schemas.microsoft.com/office/powerpoint/2010/main" val="899756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D89E64E-9DDE-809B-EF3C-CB6630F8E364}"/>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6FCD1787-EBA6-0F6F-B45E-0CE710DBFD86}"/>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4" name="Rectangle 6">
            <a:extLst>
              <a:ext uri="{FF2B5EF4-FFF2-40B4-BE49-F238E27FC236}">
                <a16:creationId xmlns:a16="http://schemas.microsoft.com/office/drawing/2014/main" id="{BD3B3A51-B929-67E2-72B9-541F8B93790F}"/>
              </a:ext>
            </a:extLst>
          </p:cNvPr>
          <p:cNvSpPr>
            <a:spLocks noGrp="1" noChangeArrowheads="1"/>
          </p:cNvSpPr>
          <p:nvPr>
            <p:ph type="sldNum" sz="quarter" idx="12"/>
          </p:nvPr>
        </p:nvSpPr>
        <p:spPr>
          <a:ln/>
        </p:spPr>
        <p:txBody>
          <a:bodyPr/>
          <a:lstStyle>
            <a:lvl1pPr>
              <a:defRPr/>
            </a:lvl1pPr>
          </a:lstStyle>
          <a:p>
            <a:pPr>
              <a:defRPr/>
            </a:pPr>
            <a:fld id="{60CD9DCF-FEC5-4B25-AF45-BD11CAF679D7}" type="slidenum">
              <a:rPr lang="en-US" altLang="en-US"/>
              <a:pPr>
                <a:defRPr/>
              </a:pPr>
              <a:t>‹#›</a:t>
            </a:fld>
            <a:endParaRPr lang="en-US" altLang="en-US"/>
          </a:p>
        </p:txBody>
      </p:sp>
    </p:spTree>
    <p:extLst>
      <p:ext uri="{BB962C8B-B14F-4D97-AF65-F5344CB8AC3E}">
        <p14:creationId xmlns:p14="http://schemas.microsoft.com/office/powerpoint/2010/main" val="81653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27542"/>
            <a:ext cx="3008313" cy="968375"/>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27543"/>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195918"/>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DE56D09-7B59-8092-DA66-C7F546829FD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F0F4B76-ABB2-B2E2-348E-99CC9B78A936}"/>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7" name="Rectangle 6">
            <a:extLst>
              <a:ext uri="{FF2B5EF4-FFF2-40B4-BE49-F238E27FC236}">
                <a16:creationId xmlns:a16="http://schemas.microsoft.com/office/drawing/2014/main" id="{026E8BEA-DA5C-0ACE-71D8-6EE7FE331C90}"/>
              </a:ext>
            </a:extLst>
          </p:cNvPr>
          <p:cNvSpPr>
            <a:spLocks noGrp="1" noChangeArrowheads="1"/>
          </p:cNvSpPr>
          <p:nvPr>
            <p:ph type="sldNum" sz="quarter" idx="12"/>
          </p:nvPr>
        </p:nvSpPr>
        <p:spPr>
          <a:ln/>
        </p:spPr>
        <p:txBody>
          <a:bodyPr/>
          <a:lstStyle>
            <a:lvl1pPr>
              <a:defRPr/>
            </a:lvl1pPr>
          </a:lstStyle>
          <a:p>
            <a:pPr>
              <a:defRPr/>
            </a:pPr>
            <a:fld id="{7AE0B3D4-6FF0-4670-BD2C-C3C691CD60CE}" type="slidenum">
              <a:rPr lang="en-US" altLang="en-US"/>
              <a:pPr>
                <a:defRPr/>
              </a:pPr>
              <a:t>‹#›</a:t>
            </a:fld>
            <a:endParaRPr lang="en-US" altLang="en-US"/>
          </a:p>
        </p:txBody>
      </p:sp>
    </p:spTree>
    <p:extLst>
      <p:ext uri="{BB962C8B-B14F-4D97-AF65-F5344CB8AC3E}">
        <p14:creationId xmlns:p14="http://schemas.microsoft.com/office/powerpoint/2010/main" val="2913848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472782"/>
            <a:ext cx="5486400" cy="6707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6DB44890-DF0F-C39B-7BDC-28243F5CB51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D87ECF0-B5B0-C345-0BC0-F4668594A5D3}"/>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7" name="Rectangle 6">
            <a:extLst>
              <a:ext uri="{FF2B5EF4-FFF2-40B4-BE49-F238E27FC236}">
                <a16:creationId xmlns:a16="http://schemas.microsoft.com/office/drawing/2014/main" id="{11BB3DA1-DA93-CCF7-C518-E9275C6729FC}"/>
              </a:ext>
            </a:extLst>
          </p:cNvPr>
          <p:cNvSpPr>
            <a:spLocks noGrp="1" noChangeArrowheads="1"/>
          </p:cNvSpPr>
          <p:nvPr>
            <p:ph type="sldNum" sz="quarter" idx="12"/>
          </p:nvPr>
        </p:nvSpPr>
        <p:spPr>
          <a:ln/>
        </p:spPr>
        <p:txBody>
          <a:bodyPr/>
          <a:lstStyle>
            <a:lvl1pPr>
              <a:defRPr/>
            </a:lvl1pPr>
          </a:lstStyle>
          <a:p>
            <a:pPr>
              <a:defRPr/>
            </a:pPr>
            <a:fld id="{52A903D7-7921-4660-8144-D892B09C0B4F}" type="slidenum">
              <a:rPr lang="en-US" altLang="en-US"/>
              <a:pPr>
                <a:defRPr/>
              </a:pPr>
              <a:t>‹#›</a:t>
            </a:fld>
            <a:endParaRPr lang="en-US" altLang="en-US"/>
          </a:p>
        </p:txBody>
      </p:sp>
    </p:spTree>
    <p:extLst>
      <p:ext uri="{BB962C8B-B14F-4D97-AF65-F5344CB8AC3E}">
        <p14:creationId xmlns:p14="http://schemas.microsoft.com/office/powerpoint/2010/main" val="2062685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C17EDBD-7F56-D673-E097-E9A89014259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20630BD-8764-5BD9-D140-0783E73405F0}"/>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B90DC159-E269-7A9D-9B77-924F457C248D}"/>
              </a:ext>
            </a:extLst>
          </p:cNvPr>
          <p:cNvSpPr>
            <a:spLocks noGrp="1" noChangeArrowheads="1"/>
          </p:cNvSpPr>
          <p:nvPr>
            <p:ph type="sldNum" sz="quarter" idx="12"/>
          </p:nvPr>
        </p:nvSpPr>
        <p:spPr>
          <a:ln/>
        </p:spPr>
        <p:txBody>
          <a:bodyPr/>
          <a:lstStyle>
            <a:lvl1pPr>
              <a:defRPr/>
            </a:lvl1pPr>
          </a:lstStyle>
          <a:p>
            <a:pPr>
              <a:defRPr/>
            </a:pPr>
            <a:fld id="{E046DDBE-6166-4BCD-8E4C-34C068C173CB}" type="slidenum">
              <a:rPr lang="en-US" altLang="en-US"/>
              <a:pPr>
                <a:defRPr/>
              </a:pPr>
              <a:t>‹#›</a:t>
            </a:fld>
            <a:endParaRPr lang="en-US" altLang="en-US"/>
          </a:p>
        </p:txBody>
      </p:sp>
    </p:spTree>
    <p:extLst>
      <p:ext uri="{BB962C8B-B14F-4D97-AF65-F5344CB8AC3E}">
        <p14:creationId xmlns:p14="http://schemas.microsoft.com/office/powerpoint/2010/main" val="2007903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6"/>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6"/>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74E39A3-37D4-CC76-A842-5A24F023D1A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A00F4B3-055D-271D-B50F-EAA9CE4A0991}"/>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D50EB013-E898-81FD-75FC-B73CFF7F5B45}"/>
              </a:ext>
            </a:extLst>
          </p:cNvPr>
          <p:cNvSpPr>
            <a:spLocks noGrp="1" noChangeArrowheads="1"/>
          </p:cNvSpPr>
          <p:nvPr>
            <p:ph type="sldNum" sz="quarter" idx="12"/>
          </p:nvPr>
        </p:nvSpPr>
        <p:spPr>
          <a:ln/>
        </p:spPr>
        <p:txBody>
          <a:bodyPr/>
          <a:lstStyle>
            <a:lvl1pPr>
              <a:defRPr/>
            </a:lvl1pPr>
          </a:lstStyle>
          <a:p>
            <a:pPr>
              <a:defRPr/>
            </a:pPr>
            <a:fld id="{8C8A8983-6B11-4C6C-934B-3760B6EF38B9}" type="slidenum">
              <a:rPr lang="en-US" altLang="en-US"/>
              <a:pPr>
                <a:defRPr/>
              </a:pPr>
              <a:t>‹#›</a:t>
            </a:fld>
            <a:endParaRPr lang="en-US" altLang="en-US"/>
          </a:p>
        </p:txBody>
      </p:sp>
    </p:spTree>
    <p:extLst>
      <p:ext uri="{BB962C8B-B14F-4D97-AF65-F5344CB8AC3E}">
        <p14:creationId xmlns:p14="http://schemas.microsoft.com/office/powerpoint/2010/main" val="244797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78B53B7-FFB3-EE9B-0E0F-44BCD8CD5196}"/>
              </a:ext>
            </a:extLst>
          </p:cNvPr>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49DC9440-6364-EEF3-B5C0-754E78EC4366}"/>
              </a:ext>
            </a:extLst>
          </p:cNvPr>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89092" name="Rectangle 4">
            <a:extLst>
              <a:ext uri="{FF2B5EF4-FFF2-40B4-BE49-F238E27FC236}">
                <a16:creationId xmlns:a16="http://schemas.microsoft.com/office/drawing/2014/main" id="{5F8EF3F4-A207-09F1-E2FE-E0CBCECAE574}"/>
              </a:ext>
            </a:extLst>
          </p:cNvPr>
          <p:cNvSpPr>
            <a:spLocks noGrp="1" noChangeArrowheads="1"/>
          </p:cNvSpPr>
          <p:nvPr>
            <p:ph type="dt" sz="half" idx="2"/>
          </p:nvPr>
        </p:nvSpPr>
        <p:spPr bwMode="auto">
          <a:xfrm>
            <a:off x="457200" y="5203825"/>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cs typeface="Arial" charset="0"/>
              </a:defRPr>
            </a:lvl1pPr>
          </a:lstStyle>
          <a:p>
            <a:pPr>
              <a:defRPr/>
            </a:pPr>
            <a:endParaRPr lang="en-US"/>
          </a:p>
        </p:txBody>
      </p:sp>
      <p:sp>
        <p:nvSpPr>
          <p:cNvPr id="89093" name="Rectangle 5">
            <a:extLst>
              <a:ext uri="{FF2B5EF4-FFF2-40B4-BE49-F238E27FC236}">
                <a16:creationId xmlns:a16="http://schemas.microsoft.com/office/drawing/2014/main" id="{EF6201C9-693F-D883-4D41-5734C133FA19}"/>
              </a:ext>
            </a:extLst>
          </p:cNvPr>
          <p:cNvSpPr>
            <a:spLocks noGrp="1" noChangeArrowheads="1"/>
          </p:cNvSpPr>
          <p:nvPr>
            <p:ph type="ftr" sz="quarter" idx="3"/>
          </p:nvPr>
        </p:nvSpPr>
        <p:spPr bwMode="auto">
          <a:xfrm>
            <a:off x="3124200" y="5203825"/>
            <a:ext cx="2895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cs typeface="Arial" charset="0"/>
              </a:defRPr>
            </a:lvl1pPr>
          </a:lstStyle>
          <a:p>
            <a:pPr>
              <a:defRPr/>
            </a:pPr>
            <a:r>
              <a:rPr lang="en-US"/>
              <a:t>Discrete Structures</a:t>
            </a:r>
          </a:p>
        </p:txBody>
      </p:sp>
      <p:sp>
        <p:nvSpPr>
          <p:cNvPr id="89094" name="Rectangle 6">
            <a:extLst>
              <a:ext uri="{FF2B5EF4-FFF2-40B4-BE49-F238E27FC236}">
                <a16:creationId xmlns:a16="http://schemas.microsoft.com/office/drawing/2014/main" id="{2284824E-8C00-EF0E-3C34-0D47E68ACA66}"/>
              </a:ext>
            </a:extLst>
          </p:cNvPr>
          <p:cNvSpPr>
            <a:spLocks noGrp="1" noChangeArrowheads="1"/>
          </p:cNvSpPr>
          <p:nvPr>
            <p:ph type="sldNum" sz="quarter" idx="4"/>
          </p:nvPr>
        </p:nvSpPr>
        <p:spPr bwMode="auto">
          <a:xfrm>
            <a:off x="6553200" y="5203825"/>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2AB4A922-E262-478E-AF3F-409E3C17054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2">
            <a:extLst>
              <a:ext uri="{FF2B5EF4-FFF2-40B4-BE49-F238E27FC236}">
                <a16:creationId xmlns:a16="http://schemas.microsoft.com/office/drawing/2014/main" id="{BA13DE89-C703-6F0E-3695-9F023D0A4ABF}"/>
              </a:ext>
            </a:extLst>
          </p:cNvPr>
          <p:cNvSpPr txBox="1">
            <a:spLocks noChangeArrowheads="1"/>
          </p:cNvSpPr>
          <p:nvPr/>
        </p:nvSpPr>
        <p:spPr bwMode="auto">
          <a:xfrm>
            <a:off x="6553200" y="56737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AD52D5AF-7F85-4A2B-8304-B3E33B5F8C7B}" type="slidenum">
              <a:rPr lang="en-US" altLang="en-US" sz="1400">
                <a:solidFill>
                  <a:srgbClr val="000000"/>
                </a:solidFill>
              </a:rPr>
              <a:pPr algn="r" eaLnBrk="1" hangingPunct="1">
                <a:spcBef>
                  <a:spcPct val="0"/>
                </a:spcBef>
                <a:buFontTx/>
                <a:buNone/>
              </a:pPr>
              <a:t>1</a:t>
            </a:fld>
            <a:endParaRPr lang="en-US" altLang="en-US" sz="1400">
              <a:solidFill>
                <a:srgbClr val="000000"/>
              </a:solidFill>
            </a:endParaRPr>
          </a:p>
        </p:txBody>
      </p:sp>
      <p:sp>
        <p:nvSpPr>
          <p:cNvPr id="19" name="Rectangle 3">
            <a:extLst>
              <a:ext uri="{FF2B5EF4-FFF2-40B4-BE49-F238E27FC236}">
                <a16:creationId xmlns:a16="http://schemas.microsoft.com/office/drawing/2014/main" id="{23B42740-3146-C307-D7FA-F401C3C00CFB}"/>
              </a:ext>
            </a:extLst>
          </p:cNvPr>
          <p:cNvSpPr txBox="1">
            <a:spLocks noChangeArrowheads="1"/>
          </p:cNvSpPr>
          <p:nvPr/>
        </p:nvSpPr>
        <p:spPr bwMode="auto">
          <a:xfrm>
            <a:off x="684213" y="1106488"/>
            <a:ext cx="7848600" cy="2111375"/>
          </a:xfrm>
          <a:prstGeom prst="rect">
            <a:avLst/>
          </a:prstGeom>
          <a:noFill/>
          <a:ln w="9525">
            <a:noFill/>
            <a:miter lim="800000"/>
            <a:headEnd/>
            <a:tailEnd/>
          </a:ln>
        </p:spPr>
        <p:txBody>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cs typeface="+mn-cs"/>
              </a:defRPr>
            </a:lvl2pPr>
            <a:lvl3pPr marL="914400" indent="0" algn="ctr" rtl="0" eaLnBrk="0" fontAlgn="base" hangingPunct="0">
              <a:spcBef>
                <a:spcPct val="20000"/>
              </a:spcBef>
              <a:spcAft>
                <a:spcPct val="0"/>
              </a:spcAft>
              <a:buNone/>
              <a:defRPr sz="2400">
                <a:solidFill>
                  <a:schemeClr val="tx1"/>
                </a:solidFill>
                <a:latin typeface="+mn-lt"/>
                <a:cs typeface="+mn-cs"/>
              </a:defRPr>
            </a:lvl3pPr>
            <a:lvl4pPr marL="1371600" indent="0" algn="ctr" rtl="0" eaLnBrk="0" fontAlgn="base" hangingPunct="0">
              <a:spcBef>
                <a:spcPct val="20000"/>
              </a:spcBef>
              <a:spcAft>
                <a:spcPct val="0"/>
              </a:spcAft>
              <a:buNone/>
              <a:defRPr sz="2000">
                <a:solidFill>
                  <a:schemeClr val="tx1"/>
                </a:solidFill>
                <a:latin typeface="+mn-lt"/>
                <a:cs typeface="+mn-cs"/>
              </a:defRPr>
            </a:lvl4pPr>
            <a:lvl5pPr marL="1828800" indent="0" algn="ctr" rtl="0" eaLnBrk="0" fontAlgn="base" hangingPunct="0">
              <a:spcBef>
                <a:spcPct val="20000"/>
              </a:spcBef>
              <a:spcAft>
                <a:spcPct val="0"/>
              </a:spcAft>
              <a:buNone/>
              <a:defRPr sz="2000">
                <a:solidFill>
                  <a:schemeClr val="tx1"/>
                </a:solidFill>
                <a:latin typeface="+mn-lt"/>
                <a:cs typeface="+mn-cs"/>
              </a:defRPr>
            </a:lvl5pPr>
            <a:lvl6pPr marL="2286000" indent="0" algn="ctr" rtl="0" fontAlgn="base">
              <a:spcBef>
                <a:spcPct val="20000"/>
              </a:spcBef>
              <a:spcAft>
                <a:spcPct val="0"/>
              </a:spcAft>
              <a:buNone/>
              <a:defRPr sz="2000">
                <a:solidFill>
                  <a:schemeClr val="tx1"/>
                </a:solidFill>
                <a:latin typeface="+mn-lt"/>
                <a:cs typeface="+mn-cs"/>
              </a:defRPr>
            </a:lvl6pPr>
            <a:lvl7pPr marL="2743200" indent="0" algn="ctr" rtl="0" fontAlgn="base">
              <a:spcBef>
                <a:spcPct val="20000"/>
              </a:spcBef>
              <a:spcAft>
                <a:spcPct val="0"/>
              </a:spcAft>
              <a:buNone/>
              <a:defRPr sz="2000">
                <a:solidFill>
                  <a:schemeClr val="tx1"/>
                </a:solidFill>
                <a:latin typeface="+mn-lt"/>
                <a:cs typeface="+mn-cs"/>
              </a:defRPr>
            </a:lvl7pPr>
            <a:lvl8pPr marL="3200400" indent="0" algn="ctr" rtl="0" fontAlgn="base">
              <a:spcBef>
                <a:spcPct val="20000"/>
              </a:spcBef>
              <a:spcAft>
                <a:spcPct val="0"/>
              </a:spcAft>
              <a:buNone/>
              <a:defRPr sz="2000">
                <a:solidFill>
                  <a:schemeClr val="tx1"/>
                </a:solidFill>
                <a:latin typeface="+mn-lt"/>
                <a:cs typeface="+mn-cs"/>
              </a:defRPr>
            </a:lvl8pPr>
            <a:lvl9pPr marL="3657600" indent="0" algn="ctr" rtl="0" fontAlgn="base">
              <a:spcBef>
                <a:spcPct val="20000"/>
              </a:spcBef>
              <a:spcAft>
                <a:spcPct val="0"/>
              </a:spcAft>
              <a:buNone/>
              <a:defRPr sz="2000">
                <a:solidFill>
                  <a:schemeClr val="tx1"/>
                </a:solidFill>
                <a:latin typeface="+mn-lt"/>
                <a:cs typeface="+mn-cs"/>
              </a:defRPr>
            </a:lvl9pPr>
          </a:lstStyle>
          <a:p>
            <a:pPr eaLnBrk="1" hangingPunct="1">
              <a:defRPr/>
            </a:pPr>
            <a:endParaRPr lang="en-US" altLang="x-none" sz="2400" kern="0" dirty="0">
              <a:solidFill>
                <a:srgbClr val="008000"/>
              </a:solidFill>
            </a:endParaRPr>
          </a:p>
          <a:p>
            <a:pPr eaLnBrk="1" hangingPunct="1">
              <a:defRPr/>
            </a:pPr>
            <a:endParaRPr lang="en-US" altLang="x-none" sz="4800" kern="0" dirty="0">
              <a:solidFill>
                <a:srgbClr val="008000"/>
              </a:solidFill>
            </a:endParaRPr>
          </a:p>
          <a:p>
            <a:pPr eaLnBrk="1" hangingPunct="1">
              <a:defRPr/>
            </a:pPr>
            <a:endParaRPr lang="en-US" altLang="x-none" sz="2400" kern="0" dirty="0">
              <a:solidFill>
                <a:srgbClr val="008000"/>
              </a:solidFill>
            </a:endParaRPr>
          </a:p>
          <a:p>
            <a:pPr eaLnBrk="1" hangingPunct="1">
              <a:defRPr/>
            </a:pPr>
            <a:endParaRPr lang="en-US" altLang="x-none" sz="2400" kern="0" dirty="0">
              <a:solidFill>
                <a:srgbClr val="008000"/>
              </a:solidFill>
            </a:endParaRPr>
          </a:p>
          <a:p>
            <a:pPr eaLnBrk="1" hangingPunct="1">
              <a:defRPr/>
            </a:pPr>
            <a:endParaRPr lang="en-US" altLang="x-none" sz="2400" kern="0" dirty="0">
              <a:solidFill>
                <a:srgbClr val="008000"/>
              </a:solidFill>
            </a:endParaRPr>
          </a:p>
        </p:txBody>
      </p:sp>
      <p:sp>
        <p:nvSpPr>
          <p:cNvPr id="3076" name="Text Box 18">
            <a:extLst>
              <a:ext uri="{FF2B5EF4-FFF2-40B4-BE49-F238E27FC236}">
                <a16:creationId xmlns:a16="http://schemas.microsoft.com/office/drawing/2014/main" id="{5A37620C-073E-9042-7409-163B317EBB5E}"/>
              </a:ext>
            </a:extLst>
          </p:cNvPr>
          <p:cNvSpPr txBox="1">
            <a:spLocks noChangeArrowheads="1"/>
          </p:cNvSpPr>
          <p:nvPr/>
        </p:nvSpPr>
        <p:spPr bwMode="auto">
          <a:xfrm>
            <a:off x="1149350" y="1624013"/>
            <a:ext cx="7778750"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3600">
                <a:solidFill>
                  <a:srgbClr val="000000"/>
                </a:solidFill>
              </a:rPr>
              <a:t>Expository Writing</a:t>
            </a:r>
          </a:p>
          <a:p>
            <a:pPr eaLnBrk="1" hangingPunct="1">
              <a:spcBef>
                <a:spcPct val="50000"/>
              </a:spcBef>
              <a:buFontTx/>
              <a:buNone/>
            </a:pPr>
            <a:r>
              <a:rPr lang="en-US" altLang="en-US" sz="2800">
                <a:solidFill>
                  <a:srgbClr val="000000"/>
                </a:solidFill>
              </a:rPr>
              <a:t>ENGL-101</a:t>
            </a:r>
            <a:endParaRPr lang="en-US" altLang="en-US" sz="4000">
              <a:solidFill>
                <a:srgbClr val="000000"/>
              </a:solidFill>
            </a:endParaRPr>
          </a:p>
        </p:txBody>
      </p:sp>
      <p:sp>
        <p:nvSpPr>
          <p:cNvPr id="3077" name="Line 23">
            <a:extLst>
              <a:ext uri="{FF2B5EF4-FFF2-40B4-BE49-F238E27FC236}">
                <a16:creationId xmlns:a16="http://schemas.microsoft.com/office/drawing/2014/main" id="{CE71AD58-C72B-0B52-C109-E0AA07BE49C5}"/>
              </a:ext>
            </a:extLst>
          </p:cNvPr>
          <p:cNvSpPr>
            <a:spLocks noChangeShapeType="1"/>
          </p:cNvSpPr>
          <p:nvPr/>
        </p:nvSpPr>
        <p:spPr bwMode="auto">
          <a:xfrm>
            <a:off x="908050" y="1562100"/>
            <a:ext cx="0" cy="1008063"/>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8" name="Line 22">
            <a:extLst>
              <a:ext uri="{FF2B5EF4-FFF2-40B4-BE49-F238E27FC236}">
                <a16:creationId xmlns:a16="http://schemas.microsoft.com/office/drawing/2014/main" id="{1F2D67B5-D654-44F9-0141-48D650DF1FEF}"/>
              </a:ext>
            </a:extLst>
          </p:cNvPr>
          <p:cNvSpPr>
            <a:spLocks noChangeShapeType="1"/>
          </p:cNvSpPr>
          <p:nvPr/>
        </p:nvSpPr>
        <p:spPr bwMode="auto">
          <a:xfrm>
            <a:off x="395288" y="2209800"/>
            <a:ext cx="8137525"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2" name="Table 1">
            <a:extLst>
              <a:ext uri="{FF2B5EF4-FFF2-40B4-BE49-F238E27FC236}">
                <a16:creationId xmlns:a16="http://schemas.microsoft.com/office/drawing/2014/main" id="{4909E06C-F3F6-B8F0-E2E8-AAF788A53A11}"/>
              </a:ext>
            </a:extLst>
          </p:cNvPr>
          <p:cNvGraphicFramePr>
            <a:graphicFrameLocks noGrp="1"/>
          </p:cNvGraphicFramePr>
          <p:nvPr/>
        </p:nvGraphicFramePr>
        <p:xfrm>
          <a:off x="1116013" y="398463"/>
          <a:ext cx="6535737" cy="708025"/>
        </p:xfrm>
        <a:graphic>
          <a:graphicData uri="http://schemas.openxmlformats.org/drawingml/2006/table">
            <a:tbl>
              <a:tblPr firstRow="1" firstCol="1" bandRow="1">
                <a:tableStyleId>{5C22544A-7EE6-4342-B048-85BDC9FD1C3A}</a:tableStyleId>
              </a:tblPr>
              <a:tblGrid>
                <a:gridCol w="831749">
                  <a:extLst>
                    <a:ext uri="{9D8B030D-6E8A-4147-A177-3AD203B41FA5}">
                      <a16:colId xmlns:a16="http://schemas.microsoft.com/office/drawing/2014/main" val="20000"/>
                    </a:ext>
                  </a:extLst>
                </a:gridCol>
                <a:gridCol w="5703988">
                  <a:extLst>
                    <a:ext uri="{9D8B030D-6E8A-4147-A177-3AD203B41FA5}">
                      <a16:colId xmlns:a16="http://schemas.microsoft.com/office/drawing/2014/main" val="20001"/>
                    </a:ext>
                  </a:extLst>
                </a:gridCol>
              </a:tblGrid>
              <a:tr h="708025">
                <a:tc>
                  <a:txBody>
                    <a:bodyPr/>
                    <a:lstStyle/>
                    <a:p>
                      <a:pPr marL="0" marR="0">
                        <a:spcBef>
                          <a:spcPts val="0"/>
                        </a:spcBef>
                        <a:spcAft>
                          <a:spcPts val="0"/>
                        </a:spcAft>
                        <a:tabLst>
                          <a:tab pos="2971800" algn="ctr"/>
                          <a:tab pos="5943600" algn="r"/>
                        </a:tabLst>
                      </a:pPr>
                      <a:endParaRPr lang="en-US" sz="1000" dirty="0">
                        <a:effectLst/>
                        <a:latin typeface="Times New Roman"/>
                        <a:ea typeface="Times New Roman"/>
                        <a:cs typeface="Times New Roman"/>
                      </a:endParaRPr>
                    </a:p>
                  </a:txBody>
                  <a:tcPr marL="68572" marR="68572" marT="0" marB="0"/>
                </a:tc>
                <a:tc>
                  <a:txBody>
                    <a:bodyPr/>
                    <a:lstStyle/>
                    <a:p>
                      <a:pPr marL="0" marR="0">
                        <a:spcBef>
                          <a:spcPts val="0"/>
                        </a:spcBef>
                        <a:spcAft>
                          <a:spcPts val="0"/>
                        </a:spcAft>
                        <a:tabLst>
                          <a:tab pos="2971800" algn="ctr"/>
                          <a:tab pos="5943600" algn="r"/>
                        </a:tabLst>
                      </a:pPr>
                      <a:r>
                        <a:rPr lang="en-US" sz="1400" dirty="0">
                          <a:effectLst/>
                        </a:rPr>
                        <a:t>National University of Sciences &amp; Technology (NUST)</a:t>
                      </a:r>
                      <a:endParaRPr lang="en-US" sz="1100" dirty="0">
                        <a:effectLst/>
                      </a:endParaRPr>
                    </a:p>
                    <a:p>
                      <a:pPr marL="0" marR="0">
                        <a:spcBef>
                          <a:spcPts val="0"/>
                        </a:spcBef>
                        <a:spcAft>
                          <a:spcPts val="0"/>
                        </a:spcAft>
                        <a:tabLst>
                          <a:tab pos="2971800" algn="ctr"/>
                          <a:tab pos="5943600" algn="r"/>
                        </a:tabLst>
                      </a:pPr>
                      <a:r>
                        <a:rPr lang="en-US" sz="1400" dirty="0">
                          <a:effectLst/>
                        </a:rPr>
                        <a:t>School of Electrical Engineering and Computer Science (SEECS)</a:t>
                      </a:r>
                      <a:endParaRPr lang="en-US" sz="1100" dirty="0">
                        <a:effectLst/>
                      </a:endParaRPr>
                    </a:p>
                    <a:p>
                      <a:pPr marL="0" marR="0">
                        <a:spcBef>
                          <a:spcPts val="0"/>
                        </a:spcBef>
                        <a:spcAft>
                          <a:spcPts val="0"/>
                        </a:spcAft>
                        <a:tabLst>
                          <a:tab pos="2971800" algn="ctr"/>
                          <a:tab pos="5943600" algn="r"/>
                        </a:tabLst>
                      </a:pPr>
                      <a:r>
                        <a:rPr lang="en-US" sz="1400" dirty="0">
                          <a:effectLst/>
                        </a:rPr>
                        <a:t>Department of Humanities &amp; Sciences</a:t>
                      </a:r>
                      <a:endParaRPr lang="en-US" sz="1100" dirty="0">
                        <a:effectLst/>
                        <a:latin typeface="Calibri"/>
                        <a:ea typeface="Calibri"/>
                        <a:cs typeface="Times New Roman"/>
                      </a:endParaRPr>
                    </a:p>
                  </a:txBody>
                  <a:tcPr marL="68572" marR="68572" marT="0" marB="0" anchor="ctr"/>
                </a:tc>
                <a:extLst>
                  <a:ext uri="{0D108BD9-81ED-4DB2-BD59-A6C34878D82A}">
                    <a16:rowId xmlns:a16="http://schemas.microsoft.com/office/drawing/2014/main" val="10000"/>
                  </a:ext>
                </a:extLst>
              </a:tr>
            </a:tbl>
          </a:graphicData>
        </a:graphic>
      </p:graphicFrame>
      <p:pic>
        <p:nvPicPr>
          <p:cNvPr id="3087" name="Picture 1" descr="01">
            <a:extLst>
              <a:ext uri="{FF2B5EF4-FFF2-40B4-BE49-F238E27FC236}">
                <a16:creationId xmlns:a16="http://schemas.microsoft.com/office/drawing/2014/main" id="{E87D0049-3EE0-2AB7-406C-7CD617300C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392113"/>
            <a:ext cx="8318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8" name="TextBox 4">
            <a:extLst>
              <a:ext uri="{FF2B5EF4-FFF2-40B4-BE49-F238E27FC236}">
                <a16:creationId xmlns:a16="http://schemas.microsoft.com/office/drawing/2014/main" id="{4EE336F5-B031-B475-49FB-ECDC90C02CCB}"/>
              </a:ext>
            </a:extLst>
          </p:cNvPr>
          <p:cNvSpPr txBox="1">
            <a:spLocks noChangeArrowheads="1"/>
          </p:cNvSpPr>
          <p:nvPr/>
        </p:nvSpPr>
        <p:spPr bwMode="auto">
          <a:xfrm>
            <a:off x="908050" y="3865563"/>
            <a:ext cx="7119938"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000">
              <a:solidFill>
                <a:srgbClr val="19194D"/>
              </a:solidFill>
            </a:endParaRPr>
          </a:p>
          <a:p>
            <a:pPr>
              <a:spcBef>
                <a:spcPct val="0"/>
              </a:spcBef>
              <a:buFontTx/>
              <a:buNone/>
            </a:pPr>
            <a:endParaRPr lang="en-US" altLang="en-US" sz="2800" u="sng">
              <a:solidFill>
                <a:srgbClr val="19194D"/>
              </a:solidFill>
            </a:endParaRPr>
          </a:p>
          <a:p>
            <a:pPr>
              <a:spcBef>
                <a:spcPct val="0"/>
              </a:spcBef>
              <a:buFontTx/>
              <a:buNone/>
            </a:pPr>
            <a:endParaRPr lang="en-US" altLang="en-US" sz="2800" u="sng">
              <a:solidFill>
                <a:srgbClr val="19194D"/>
              </a:solidFill>
            </a:endParaRPr>
          </a:p>
          <a:p>
            <a:pPr>
              <a:spcBef>
                <a:spcPct val="0"/>
              </a:spcBef>
              <a:buFontTx/>
              <a:buNone/>
            </a:pPr>
            <a:r>
              <a:rPr lang="en-US" altLang="en-US" sz="2800" u="sng">
                <a:solidFill>
                  <a:srgbClr val="19194D"/>
                </a:solidFill>
              </a:rPr>
              <a:t>Course Instructor</a:t>
            </a:r>
            <a:r>
              <a:rPr lang="en-US" altLang="en-US" sz="2000">
                <a:solidFill>
                  <a:srgbClr val="19194D"/>
                </a:solidFill>
              </a:rPr>
              <a:t>: </a:t>
            </a:r>
            <a:r>
              <a:rPr lang="en-US" altLang="en-US" sz="2800">
                <a:solidFill>
                  <a:srgbClr val="19194D"/>
                </a:solidFill>
              </a:rPr>
              <a:t>Dr Samia Tahir</a:t>
            </a:r>
          </a:p>
          <a:p>
            <a:pPr>
              <a:spcBef>
                <a:spcPct val="0"/>
              </a:spcBef>
              <a:buFontTx/>
              <a:buNone/>
            </a:pPr>
            <a:r>
              <a:rPr lang="en-US" altLang="en-US" sz="2800">
                <a:solidFill>
                  <a:srgbClr val="19194D"/>
                </a:solidFill>
              </a:rPr>
              <a:t>			</a:t>
            </a:r>
            <a:endParaRPr lang="en-US" altLang="en-US" sz="2000">
              <a:solidFill>
                <a:srgbClr val="19194D"/>
              </a:solidFill>
            </a:endParaRPr>
          </a:p>
        </p:txBody>
      </p:sp>
      <p:sp>
        <p:nvSpPr>
          <p:cNvPr id="3089" name="TextBox 2">
            <a:extLst>
              <a:ext uri="{FF2B5EF4-FFF2-40B4-BE49-F238E27FC236}">
                <a16:creationId xmlns:a16="http://schemas.microsoft.com/office/drawing/2014/main" id="{814EADD6-D9FB-71C6-5890-8BB14ADA44D2}"/>
              </a:ext>
            </a:extLst>
          </p:cNvPr>
          <p:cNvSpPr txBox="1">
            <a:spLocks noChangeArrowheads="1"/>
          </p:cNvSpPr>
          <p:nvPr/>
        </p:nvSpPr>
        <p:spPr bwMode="auto">
          <a:xfrm>
            <a:off x="908050" y="3217863"/>
            <a:ext cx="2417763"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800" u="sng">
                <a:solidFill>
                  <a:srgbClr val="333399"/>
                </a:solidFill>
              </a:rPr>
              <a:t>Week 6: Lecture # 2</a:t>
            </a:r>
          </a:p>
        </p:txBody>
      </p:sp>
    </p:spTree>
  </p:cSld>
  <p:clrMapOvr>
    <a:masterClrMapping/>
  </p:clrMapOvr>
  <p:transition advTm="31069"/>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BC9E2D50-E907-3781-6984-560B8D523AB9}"/>
              </a:ext>
            </a:extLst>
          </p:cNvPr>
          <p:cNvSpPr>
            <a:spLocks noGrp="1" noChangeArrowheads="1"/>
          </p:cNvSpPr>
          <p:nvPr>
            <p:ph type="title"/>
          </p:nvPr>
        </p:nvSpPr>
        <p:spPr/>
        <p:txBody>
          <a:bodyPr/>
          <a:lstStyle/>
          <a:p>
            <a:r>
              <a:rPr lang="en-US" altLang="en-US"/>
              <a:t>Today’s Lecture</a:t>
            </a:r>
          </a:p>
        </p:txBody>
      </p:sp>
      <p:sp>
        <p:nvSpPr>
          <p:cNvPr id="4099" name="Content Placeholder 2">
            <a:extLst>
              <a:ext uri="{FF2B5EF4-FFF2-40B4-BE49-F238E27FC236}">
                <a16:creationId xmlns:a16="http://schemas.microsoft.com/office/drawing/2014/main" id="{DF8177B4-04C5-6791-D5E6-A7E728823CF7}"/>
              </a:ext>
            </a:extLst>
          </p:cNvPr>
          <p:cNvSpPr>
            <a:spLocks noGrp="1" noChangeArrowheads="1"/>
          </p:cNvSpPr>
          <p:nvPr>
            <p:ph idx="1"/>
          </p:nvPr>
        </p:nvSpPr>
        <p:spPr>
          <a:xfrm>
            <a:off x="323850" y="1333500"/>
            <a:ext cx="8713788" cy="4152900"/>
          </a:xfrm>
        </p:spPr>
        <p:txBody>
          <a:bodyPr/>
          <a:lstStyle/>
          <a:p>
            <a:r>
              <a:rPr lang="en-US" altLang="en-US"/>
              <a:t>Graphics in expository writing</a:t>
            </a:r>
          </a:p>
          <a:p>
            <a:r>
              <a:rPr lang="en-US" altLang="en-US"/>
              <a:t>The benefits of using graphics or visuals</a:t>
            </a:r>
          </a:p>
          <a:p>
            <a:r>
              <a:rPr lang="en-US" altLang="en-US"/>
              <a:t>When not to use graphics?</a:t>
            </a:r>
          </a:p>
          <a:p>
            <a:r>
              <a:rPr lang="en-US" altLang="en-US"/>
              <a:t>Basic graphics principles</a:t>
            </a:r>
          </a:p>
          <a:p>
            <a:r>
              <a:rPr lang="en-US" altLang="en-US"/>
              <a:t>Various types of graphics</a:t>
            </a:r>
          </a:p>
          <a:p>
            <a:r>
              <a:rPr lang="en-US" altLang="en-US"/>
              <a:t>Types of graphics: Figures and Tables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6B318D2B-F781-B0C4-F25F-51D5D20EBF0C}"/>
              </a:ext>
            </a:extLst>
          </p:cNvPr>
          <p:cNvSpPr>
            <a:spLocks noGrp="1" noChangeArrowheads="1"/>
          </p:cNvSpPr>
          <p:nvPr>
            <p:ph type="title"/>
          </p:nvPr>
        </p:nvSpPr>
        <p:spPr>
          <a:xfrm>
            <a:off x="457200" y="228600"/>
            <a:ext cx="8229600" cy="468313"/>
          </a:xfrm>
        </p:spPr>
        <p:txBody>
          <a:bodyPr/>
          <a:lstStyle/>
          <a:p>
            <a:r>
              <a:rPr lang="en-US" altLang="en-US"/>
              <a:t>Read this!</a:t>
            </a:r>
          </a:p>
        </p:txBody>
      </p:sp>
      <p:sp>
        <p:nvSpPr>
          <p:cNvPr id="5123" name="Content Placeholder 2">
            <a:extLst>
              <a:ext uri="{FF2B5EF4-FFF2-40B4-BE49-F238E27FC236}">
                <a16:creationId xmlns:a16="http://schemas.microsoft.com/office/drawing/2014/main" id="{6F26FFC0-BEF4-81F2-D49D-4FE206AE14EB}"/>
              </a:ext>
            </a:extLst>
          </p:cNvPr>
          <p:cNvSpPr>
            <a:spLocks noGrp="1" noChangeArrowheads="1"/>
          </p:cNvSpPr>
          <p:nvPr>
            <p:ph idx="1"/>
          </p:nvPr>
        </p:nvSpPr>
        <p:spPr>
          <a:xfrm>
            <a:off x="107950" y="912813"/>
            <a:ext cx="8928100" cy="4681537"/>
          </a:xfrm>
        </p:spPr>
        <p:txBody>
          <a:bodyPr/>
          <a:lstStyle/>
          <a:p>
            <a:pPr marL="0" indent="0" algn="just">
              <a:buFontTx/>
              <a:buNone/>
            </a:pPr>
            <a:r>
              <a:rPr lang="en-US" altLang="en-US" sz="2200"/>
              <a:t>According to research from eMarketer, two out of three Americans in 2013 used social networking sites, like Facebook, Twitter, and YouTube. Over the last four years, this percentage has grown for all age cohorts. For example, in 2010, approximately 83 percent of people aged 12 to 24 used social networking sites. This percentage grew to 86 percent in 2011, 88 percent in 2012, and 89 percent in 2013. In 2010, 71 percent of Americans between the ages of 25 to 44 visited social media sites. This percentage grew to 77 percent in 2011, 80 percent in 2012, and 81 percent in 2013. For the 45-to-64-year-old cohort, social media visitation was 51 percent in 2010. This percentage grew to 55 percent in 2011. In 2012, 59 percent of people aged 45 to 64 visited social media sites. Finally, in 2013, this percentage grew to 61 percent. Overall, in 2013, 67 percent of Americans visited social networking sites. (“2 out of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Content Placeholder 3">
            <a:extLst>
              <a:ext uri="{FF2B5EF4-FFF2-40B4-BE49-F238E27FC236}">
                <a16:creationId xmlns:a16="http://schemas.microsoft.com/office/drawing/2014/main" id="{7E712EEB-4BED-497E-4091-09CFE994993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42988" y="696913"/>
            <a:ext cx="6265862" cy="4408487"/>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92475875-E065-6076-8253-183D43279194}"/>
              </a:ext>
            </a:extLst>
          </p:cNvPr>
          <p:cNvSpPr>
            <a:spLocks noGrp="1" noChangeArrowheads="1"/>
          </p:cNvSpPr>
          <p:nvPr>
            <p:ph type="title"/>
          </p:nvPr>
        </p:nvSpPr>
        <p:spPr/>
        <p:txBody>
          <a:bodyPr/>
          <a:lstStyle/>
          <a:p>
            <a:r>
              <a:rPr lang="en-US" altLang="en-US"/>
              <a:t>The Benefits of using Graphics</a:t>
            </a:r>
          </a:p>
        </p:txBody>
      </p:sp>
      <p:sp>
        <p:nvSpPr>
          <p:cNvPr id="3" name="Content Placeholder 2">
            <a:extLst>
              <a:ext uri="{FF2B5EF4-FFF2-40B4-BE49-F238E27FC236}">
                <a16:creationId xmlns:a16="http://schemas.microsoft.com/office/drawing/2014/main" id="{77BC7CF8-4873-D56D-2D01-705B47C6FFEB}"/>
              </a:ext>
            </a:extLst>
          </p:cNvPr>
          <p:cNvSpPr>
            <a:spLocks noGrp="1"/>
          </p:cNvSpPr>
          <p:nvPr>
            <p:ph idx="1"/>
          </p:nvPr>
        </p:nvSpPr>
        <p:spPr>
          <a:xfrm>
            <a:off x="250825" y="1333500"/>
            <a:ext cx="8435975" cy="3771900"/>
          </a:xfrm>
        </p:spPr>
        <p:txBody>
          <a:bodyPr/>
          <a:lstStyle/>
          <a:p>
            <a:pPr marL="0" indent="0">
              <a:buFontTx/>
              <a:buNone/>
              <a:defRPr/>
            </a:pPr>
            <a:r>
              <a:rPr lang="en-US" dirty="0"/>
              <a:t>1. </a:t>
            </a:r>
            <a:r>
              <a:rPr lang="en-US" b="1" dirty="0"/>
              <a:t>Conciseness: </a:t>
            </a:r>
          </a:p>
          <a:p>
            <a:pPr>
              <a:defRPr/>
            </a:pPr>
            <a:r>
              <a:rPr lang="en-US" dirty="0"/>
              <a:t>Large amount of data in a small space.</a:t>
            </a:r>
          </a:p>
          <a:p>
            <a:pPr>
              <a:defRPr/>
            </a:pPr>
            <a:r>
              <a:rPr lang="en-US" dirty="0"/>
              <a:t>Delete many unnecessary words and phrases.</a:t>
            </a:r>
          </a:p>
          <a:p>
            <a:pPr marL="0" indent="0">
              <a:buFontTx/>
              <a:buNone/>
              <a:defRPr/>
            </a:pPr>
            <a:r>
              <a:rPr lang="en-US" dirty="0"/>
              <a:t>2. </a:t>
            </a:r>
            <a:r>
              <a:rPr lang="en-US" b="1" dirty="0"/>
              <a:t>Cosmetic appeal:</a:t>
            </a:r>
          </a:p>
          <a:p>
            <a:pPr>
              <a:defRPr/>
            </a:pPr>
            <a:r>
              <a:rPr lang="en-US" dirty="0"/>
              <a:t>Break up the monotony of wall-wall words.</a:t>
            </a:r>
          </a:p>
          <a:p>
            <a:pPr>
              <a:defRPr/>
            </a:pPr>
            <a:r>
              <a:rPr lang="en-US" dirty="0"/>
              <a:t>Sustain your reader’s interest</a:t>
            </a:r>
          </a:p>
          <a:p>
            <a:pPr>
              <a:defRPr/>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1F7C4F75-89DF-46E5-5467-EA0A286854F0}"/>
              </a:ext>
            </a:extLst>
          </p:cNvPr>
          <p:cNvSpPr>
            <a:spLocks noGrp="1" noChangeArrowheads="1"/>
          </p:cNvSpPr>
          <p:nvPr>
            <p:ph type="title"/>
          </p:nvPr>
        </p:nvSpPr>
        <p:spPr/>
        <p:txBody>
          <a:bodyPr/>
          <a:lstStyle/>
          <a:p>
            <a:r>
              <a:rPr lang="en-US" altLang="en-US"/>
              <a:t>The Benefits of using Graphics</a:t>
            </a:r>
          </a:p>
        </p:txBody>
      </p:sp>
      <p:sp>
        <p:nvSpPr>
          <p:cNvPr id="3" name="Content Placeholder 2">
            <a:extLst>
              <a:ext uri="{FF2B5EF4-FFF2-40B4-BE49-F238E27FC236}">
                <a16:creationId xmlns:a16="http://schemas.microsoft.com/office/drawing/2014/main" id="{454137EC-F1DE-E898-A36D-EA75AFB094A5}"/>
              </a:ext>
            </a:extLst>
          </p:cNvPr>
          <p:cNvSpPr>
            <a:spLocks noGrp="1"/>
          </p:cNvSpPr>
          <p:nvPr>
            <p:ph idx="1"/>
          </p:nvPr>
        </p:nvSpPr>
        <p:spPr>
          <a:xfrm>
            <a:off x="250825" y="1181100"/>
            <a:ext cx="8785225" cy="4533900"/>
          </a:xfrm>
        </p:spPr>
        <p:txBody>
          <a:bodyPr/>
          <a:lstStyle/>
          <a:p>
            <a:pPr marL="0" indent="0">
              <a:buFontTx/>
              <a:buNone/>
              <a:defRPr/>
            </a:pPr>
            <a:r>
              <a:rPr lang="en-US" dirty="0"/>
              <a:t>3. </a:t>
            </a:r>
            <a:r>
              <a:rPr lang="en-US" b="1" dirty="0"/>
              <a:t>Clarity:</a:t>
            </a:r>
          </a:p>
          <a:p>
            <a:pPr>
              <a:defRPr/>
            </a:pPr>
            <a:r>
              <a:rPr lang="en-US" dirty="0"/>
              <a:t>Can clarify complex information, such as trends, comparison, percentages, facts and figures.</a:t>
            </a:r>
          </a:p>
          <a:p>
            <a:pPr>
              <a:defRPr/>
            </a:pPr>
            <a:r>
              <a:rPr lang="en-US" dirty="0"/>
              <a:t>Reinforce certain ideas.</a:t>
            </a:r>
          </a:p>
          <a:p>
            <a:pPr>
              <a:defRPr/>
            </a:pPr>
            <a:r>
              <a:rPr lang="en-US" dirty="0"/>
              <a:t>Makes data easier to interpret and remember</a:t>
            </a:r>
          </a:p>
          <a:p>
            <a:pPr>
              <a:defRPr/>
            </a:pPr>
            <a:r>
              <a:rPr lang="en-US" dirty="0"/>
              <a:t>Visuals reveal meanings of ideas which are otherwise buried in the text.</a:t>
            </a:r>
          </a:p>
          <a:p>
            <a:pPr marL="0" indent="0">
              <a:buFontTx/>
              <a:buNone/>
              <a:defRPr/>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C474B6E1-A830-8DC8-A936-0EF335FAA32D}"/>
              </a:ext>
            </a:extLst>
          </p:cNvPr>
          <p:cNvSpPr>
            <a:spLocks noGrp="1" noChangeArrowheads="1"/>
          </p:cNvSpPr>
          <p:nvPr>
            <p:ph type="title"/>
          </p:nvPr>
        </p:nvSpPr>
        <p:spPr/>
        <p:txBody>
          <a:bodyPr/>
          <a:lstStyle/>
          <a:p>
            <a:r>
              <a:rPr lang="en-US" altLang="en-US"/>
              <a:t>When not to use Graphics?</a:t>
            </a:r>
          </a:p>
        </p:txBody>
      </p:sp>
      <p:sp>
        <p:nvSpPr>
          <p:cNvPr id="9219" name="Content Placeholder 2">
            <a:extLst>
              <a:ext uri="{FF2B5EF4-FFF2-40B4-BE49-F238E27FC236}">
                <a16:creationId xmlns:a16="http://schemas.microsoft.com/office/drawing/2014/main" id="{EB8D37E9-8401-5367-DFE6-9E067F548BD5}"/>
              </a:ext>
            </a:extLst>
          </p:cNvPr>
          <p:cNvSpPr>
            <a:spLocks noGrp="1" noChangeArrowheads="1"/>
          </p:cNvSpPr>
          <p:nvPr>
            <p:ph idx="1"/>
          </p:nvPr>
        </p:nvSpPr>
        <p:spPr/>
        <p:txBody>
          <a:bodyPr/>
          <a:lstStyle/>
          <a:p>
            <a:r>
              <a:rPr lang="en-US" altLang="en-US" sz="2800"/>
              <a:t>When you have not mentioned them (Figures/tables) in the text.</a:t>
            </a:r>
          </a:p>
          <a:p>
            <a:r>
              <a:rPr lang="en-US" altLang="en-US" sz="2800"/>
              <a:t>When you know your audience will not like it.</a:t>
            </a:r>
          </a:p>
          <a:p>
            <a:r>
              <a:rPr lang="en-US" altLang="en-US" sz="2800"/>
              <a:t>When the graphics being used is diverting the attention of the reader.</a:t>
            </a:r>
          </a:p>
          <a:p>
            <a:r>
              <a:rPr lang="en-US" altLang="en-US" sz="2800"/>
              <a:t>When they are used to only dressing up your document instead of enhancing your audiences’ learning/understanding.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57AAF5D4-400D-BAC7-6A2B-EBD1C43B20CD}"/>
              </a:ext>
            </a:extLst>
          </p:cNvPr>
          <p:cNvSpPr>
            <a:spLocks noGrp="1" noChangeArrowheads="1"/>
          </p:cNvSpPr>
          <p:nvPr>
            <p:ph type="title"/>
          </p:nvPr>
        </p:nvSpPr>
        <p:spPr/>
        <p:txBody>
          <a:bodyPr/>
          <a:lstStyle/>
          <a:p>
            <a:r>
              <a:rPr lang="en-US" altLang="en-US"/>
              <a:t>Basic graphic principles</a:t>
            </a:r>
          </a:p>
        </p:txBody>
      </p:sp>
      <p:sp>
        <p:nvSpPr>
          <p:cNvPr id="10243" name="Content Placeholder 2">
            <a:extLst>
              <a:ext uri="{FF2B5EF4-FFF2-40B4-BE49-F238E27FC236}">
                <a16:creationId xmlns:a16="http://schemas.microsoft.com/office/drawing/2014/main" id="{FE736DB4-F0AA-CD94-4105-B8A296D03151}"/>
              </a:ext>
            </a:extLst>
          </p:cNvPr>
          <p:cNvSpPr>
            <a:spLocks noGrp="1" noChangeArrowheads="1"/>
          </p:cNvSpPr>
          <p:nvPr>
            <p:ph idx="1"/>
          </p:nvPr>
        </p:nvSpPr>
        <p:spPr>
          <a:xfrm>
            <a:off x="457200" y="1920875"/>
            <a:ext cx="8229600" cy="3184525"/>
          </a:xfrm>
        </p:spPr>
        <p:txBody>
          <a:bodyPr/>
          <a:lstStyle/>
          <a:p>
            <a:pPr>
              <a:lnSpc>
                <a:spcPct val="107000"/>
              </a:lnSpc>
              <a:spcBef>
                <a:spcPct val="0"/>
              </a:spcBef>
              <a:spcAft>
                <a:spcPts val="800"/>
              </a:spcAft>
              <a:buSzPts val="1000"/>
              <a:buFont typeface="Symbol" panose="05050102010706020507" pitchFamily="18" charset="2"/>
              <a:buChar char=""/>
              <a:tabLst>
                <a:tab pos="457200" algn="l"/>
              </a:tabLst>
            </a:pPr>
            <a:r>
              <a:rPr lang="en-US" altLang="en-US" sz="2800">
                <a:solidFill>
                  <a:srgbClr val="1A1A1A"/>
                </a:solidFill>
                <a:latin typeface="Segoe UI" panose="020B0502040204020203" pitchFamily="34" charset="0"/>
                <a:cs typeface="Times New Roman" panose="02020603050405020304" pitchFamily="18" charset="0"/>
              </a:rPr>
              <a:t>avoid clutter,</a:t>
            </a:r>
            <a:endParaRPr lang="en-US" altLang="en-US" sz="2800">
              <a:solidFill>
                <a:srgbClr val="1A1A1A"/>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ct val="0"/>
              </a:spcBef>
              <a:spcAft>
                <a:spcPts val="800"/>
              </a:spcAft>
              <a:buSzPts val="1000"/>
              <a:buFont typeface="Symbol" panose="05050102010706020507" pitchFamily="18" charset="2"/>
              <a:buChar char=""/>
              <a:tabLst>
                <a:tab pos="457200" algn="l"/>
              </a:tabLst>
            </a:pPr>
            <a:r>
              <a:rPr lang="en-US" altLang="en-US" sz="2800">
                <a:solidFill>
                  <a:srgbClr val="1A1A1A"/>
                </a:solidFill>
                <a:latin typeface="Segoe UI" panose="020B0502040204020203" pitchFamily="34" charset="0"/>
                <a:cs typeface="Times New Roman" panose="02020603050405020304" pitchFamily="18" charset="0"/>
              </a:rPr>
              <a:t>orient the image properly,</a:t>
            </a:r>
            <a:endParaRPr lang="en-US" altLang="en-US" sz="2800">
              <a:solidFill>
                <a:srgbClr val="1A1A1A"/>
              </a:solidFill>
              <a:latin typeface="Calibri" panose="020F0502020204030204" pitchFamily="34" charset="0"/>
              <a:cs typeface="Calibri" panose="020F0502020204030204" pitchFamily="34" charset="0"/>
            </a:endParaRPr>
          </a:p>
          <a:p>
            <a:pPr>
              <a:lnSpc>
                <a:spcPct val="107000"/>
              </a:lnSpc>
              <a:spcBef>
                <a:spcPct val="0"/>
              </a:spcBef>
              <a:spcAft>
                <a:spcPts val="800"/>
              </a:spcAft>
              <a:buSzPts val="1000"/>
              <a:buFont typeface="Symbol" panose="05050102010706020507" pitchFamily="18" charset="2"/>
              <a:buChar char=""/>
              <a:tabLst>
                <a:tab pos="457200" algn="l"/>
              </a:tabLst>
            </a:pPr>
            <a:r>
              <a:rPr lang="en-US" altLang="en-US" sz="2800">
                <a:solidFill>
                  <a:srgbClr val="1A1A1A"/>
                </a:solidFill>
                <a:latin typeface="Segoe UI" panose="020B0502040204020203" pitchFamily="34" charset="0"/>
                <a:cs typeface="Times New Roman" panose="02020603050405020304" pitchFamily="18" charset="0"/>
              </a:rPr>
              <a:t>be aware of scale,</a:t>
            </a:r>
            <a:endParaRPr lang="en-US" altLang="en-US" sz="2800">
              <a:solidFill>
                <a:srgbClr val="1A1A1A"/>
              </a:solidFill>
              <a:latin typeface="Calibri" panose="020F0502020204030204" pitchFamily="34" charset="0"/>
              <a:cs typeface="Calibri" panose="020F0502020204030204" pitchFamily="34" charset="0"/>
            </a:endParaRPr>
          </a:p>
          <a:p>
            <a:pPr>
              <a:lnSpc>
                <a:spcPct val="107000"/>
              </a:lnSpc>
              <a:spcBef>
                <a:spcPct val="0"/>
              </a:spcBef>
              <a:spcAft>
                <a:spcPts val="800"/>
              </a:spcAft>
              <a:buSzPts val="1000"/>
              <a:buFont typeface="Symbol" panose="05050102010706020507" pitchFamily="18" charset="2"/>
              <a:buChar char=""/>
              <a:tabLst>
                <a:tab pos="457200" algn="l"/>
              </a:tabLst>
            </a:pPr>
            <a:r>
              <a:rPr lang="en-US" altLang="en-US" sz="2800">
                <a:solidFill>
                  <a:srgbClr val="1A1A1A"/>
                </a:solidFill>
                <a:latin typeface="Segoe UI" panose="020B0502040204020203" pitchFamily="34" charset="0"/>
                <a:cs typeface="Times New Roman" panose="02020603050405020304" pitchFamily="18" charset="0"/>
              </a:rPr>
              <a:t>always verify content, and</a:t>
            </a:r>
            <a:endParaRPr lang="en-US" altLang="en-US" sz="2800">
              <a:solidFill>
                <a:srgbClr val="1A1A1A"/>
              </a:solidFill>
              <a:latin typeface="Calibri" panose="020F0502020204030204" pitchFamily="34" charset="0"/>
              <a:cs typeface="Calibri" panose="020F0502020204030204" pitchFamily="34" charset="0"/>
            </a:endParaRPr>
          </a:p>
          <a:p>
            <a:pPr>
              <a:lnSpc>
                <a:spcPct val="107000"/>
              </a:lnSpc>
              <a:spcBef>
                <a:spcPct val="0"/>
              </a:spcBef>
              <a:spcAft>
                <a:spcPts val="800"/>
              </a:spcAft>
              <a:buSzPts val="1000"/>
              <a:buFont typeface="Symbol" panose="05050102010706020507" pitchFamily="18" charset="2"/>
              <a:buChar char=""/>
              <a:tabLst>
                <a:tab pos="457200" algn="l"/>
              </a:tabLst>
            </a:pPr>
            <a:r>
              <a:rPr lang="en-US" altLang="en-US" sz="2800">
                <a:solidFill>
                  <a:srgbClr val="1A1A1A"/>
                </a:solidFill>
                <a:latin typeface="Segoe UI" panose="020B0502040204020203" pitchFamily="34" charset="0"/>
                <a:cs typeface="Times New Roman" panose="02020603050405020304" pitchFamily="18" charset="0"/>
              </a:rPr>
              <a:t>avoid any graphic that is extraneous.</a:t>
            </a:r>
            <a:endParaRPr lang="en-US" altLang="en-US" sz="2800">
              <a:solidFill>
                <a:srgbClr val="1A1A1A"/>
              </a:solidFill>
              <a:latin typeface="Calibri" panose="020F0502020204030204" pitchFamily="34" charset="0"/>
              <a:cs typeface="Calibri" panose="020F0502020204030204" pitchFamily="34" charset="0"/>
            </a:endParaRPr>
          </a:p>
          <a:p>
            <a:pPr>
              <a:tabLst>
                <a:tab pos="457200" algn="l"/>
              </a:tabLst>
            </a:pP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82444299-7822-892B-E9CA-347497D69475}"/>
              </a:ext>
            </a:extLst>
          </p:cNvPr>
          <p:cNvSpPr>
            <a:spLocks noGrp="1" noChangeArrowheads="1"/>
          </p:cNvSpPr>
          <p:nvPr>
            <p:ph type="title"/>
          </p:nvPr>
        </p:nvSpPr>
        <p:spPr/>
        <p:txBody>
          <a:bodyPr/>
          <a:lstStyle/>
          <a:p>
            <a:r>
              <a:rPr lang="en-US" altLang="en-US"/>
              <a:t>What can you infer?</a:t>
            </a:r>
          </a:p>
        </p:txBody>
      </p:sp>
      <p:pic>
        <p:nvPicPr>
          <p:cNvPr id="11267" name="Content Placeholder 4">
            <a:extLst>
              <a:ext uri="{FF2B5EF4-FFF2-40B4-BE49-F238E27FC236}">
                <a16:creationId xmlns:a16="http://schemas.microsoft.com/office/drawing/2014/main" id="{2DC2E707-E55D-7097-4878-399FB7D94FD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03350" y="1181100"/>
            <a:ext cx="5976938" cy="3036888"/>
          </a:xfrm>
        </p:spPr>
      </p:pic>
      <p:sp>
        <p:nvSpPr>
          <p:cNvPr id="6" name="TextBox 5">
            <a:extLst>
              <a:ext uri="{FF2B5EF4-FFF2-40B4-BE49-F238E27FC236}">
                <a16:creationId xmlns:a16="http://schemas.microsoft.com/office/drawing/2014/main" id="{DE3D96F4-C59B-1EC4-B5EB-372F38E0823F}"/>
              </a:ext>
            </a:extLst>
          </p:cNvPr>
          <p:cNvSpPr txBox="1">
            <a:spLocks noChangeArrowheads="1"/>
          </p:cNvSpPr>
          <p:nvPr/>
        </p:nvSpPr>
        <p:spPr bwMode="auto">
          <a:xfrm>
            <a:off x="250825" y="4513263"/>
            <a:ext cx="87852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a:t>The time required for global population to grow from 5 to 6 billion was shorter than the interval between any of the previous billions. It took just 12 years for this to occur, just slightly less than the 13 years between the fourth and fifth billion, but much less time than the 118 years between the first and second billion...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Content Placeholder 4">
            <a:extLst>
              <a:ext uri="{FF2B5EF4-FFF2-40B4-BE49-F238E27FC236}">
                <a16:creationId xmlns:a16="http://schemas.microsoft.com/office/drawing/2014/main" id="{D81B0C9D-8549-6445-F7D3-75700B73B07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23850" y="625475"/>
            <a:ext cx="8351838" cy="4752975"/>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8BF8ADB7-81FA-B289-99B7-1793AD24D96D}"/>
              </a:ext>
            </a:extLst>
          </p:cNvPr>
          <p:cNvSpPr>
            <a:spLocks noGrp="1" noChangeArrowheads="1"/>
          </p:cNvSpPr>
          <p:nvPr>
            <p:ph type="title"/>
          </p:nvPr>
        </p:nvSpPr>
        <p:spPr/>
        <p:txBody>
          <a:bodyPr/>
          <a:lstStyle/>
          <a:p>
            <a:r>
              <a:rPr lang="en-US" altLang="en-US"/>
              <a:t>Types of Graphics</a:t>
            </a:r>
          </a:p>
        </p:txBody>
      </p:sp>
      <p:sp>
        <p:nvSpPr>
          <p:cNvPr id="13315" name="Content Placeholder 2">
            <a:extLst>
              <a:ext uri="{FF2B5EF4-FFF2-40B4-BE49-F238E27FC236}">
                <a16:creationId xmlns:a16="http://schemas.microsoft.com/office/drawing/2014/main" id="{31220625-B052-15B7-B689-173D8FB4ED13}"/>
              </a:ext>
            </a:extLst>
          </p:cNvPr>
          <p:cNvSpPr>
            <a:spLocks noGrp="1" noChangeArrowheads="1"/>
          </p:cNvSpPr>
          <p:nvPr>
            <p:ph idx="1"/>
          </p:nvPr>
        </p:nvSpPr>
        <p:spPr>
          <a:xfrm>
            <a:off x="457200" y="1333500"/>
            <a:ext cx="3035300" cy="3971925"/>
          </a:xfrm>
        </p:spPr>
        <p:txBody>
          <a:bodyPr/>
          <a:lstStyle/>
          <a:p>
            <a:pPr>
              <a:lnSpc>
                <a:spcPct val="107000"/>
              </a:lnSpc>
              <a:spcBef>
                <a:spcPct val="0"/>
              </a:spcBef>
              <a:spcAft>
                <a:spcPts val="800"/>
              </a:spcAft>
              <a:buSzPts val="1000"/>
              <a:buFont typeface="Symbol" panose="05050102010706020507" pitchFamily="18" charset="2"/>
              <a:buChar char=""/>
              <a:tabLst>
                <a:tab pos="457200" algn="l"/>
              </a:tabLst>
            </a:pPr>
            <a:r>
              <a:rPr lang="en-US" altLang="en-US" sz="1500" b="1">
                <a:solidFill>
                  <a:srgbClr val="1A1A1A"/>
                </a:solidFill>
              </a:rPr>
              <a:t>Numbers:</a:t>
            </a:r>
            <a:endParaRPr lang="en-US" altLang="en-US" sz="1500" b="1">
              <a:solidFill>
                <a:srgbClr val="1A1A1A"/>
              </a:solidFill>
              <a:cs typeface="Calibri" panose="020F0502020204030204" pitchFamily="34" charset="0"/>
            </a:endParaRPr>
          </a:p>
          <a:p>
            <a:pPr lvl="1">
              <a:lnSpc>
                <a:spcPct val="107000"/>
              </a:lnSpc>
              <a:spcBef>
                <a:spcPct val="0"/>
              </a:spcBef>
              <a:spcAft>
                <a:spcPts val="800"/>
              </a:spcAft>
              <a:buSzPts val="1000"/>
              <a:buFont typeface="Courier New" panose="02070309020205020404" pitchFamily="49" charset="0"/>
              <a:buChar char="o"/>
              <a:tabLst>
                <a:tab pos="457200" algn="l"/>
              </a:tabLst>
            </a:pPr>
            <a:r>
              <a:rPr lang="en-US" altLang="en-US" sz="1500">
                <a:solidFill>
                  <a:srgbClr val="1A1A1A"/>
                </a:solidFill>
              </a:rPr>
              <a:t>Tables</a:t>
            </a:r>
          </a:p>
          <a:p>
            <a:pPr lvl="1">
              <a:lnSpc>
                <a:spcPct val="107000"/>
              </a:lnSpc>
              <a:spcBef>
                <a:spcPct val="0"/>
              </a:spcBef>
              <a:spcAft>
                <a:spcPts val="800"/>
              </a:spcAft>
              <a:buSzPts val="1000"/>
              <a:buFont typeface="Courier New" panose="02070309020205020404" pitchFamily="49" charset="0"/>
              <a:buChar char="o"/>
              <a:tabLst>
                <a:tab pos="457200" algn="l"/>
              </a:tabLst>
            </a:pPr>
            <a:r>
              <a:rPr lang="en-US" altLang="en-US" sz="1500">
                <a:solidFill>
                  <a:srgbClr val="1A1A1A"/>
                </a:solidFill>
              </a:rPr>
              <a:t>Graphs</a:t>
            </a:r>
          </a:p>
          <a:p>
            <a:pPr lvl="2">
              <a:lnSpc>
                <a:spcPct val="107000"/>
              </a:lnSpc>
              <a:spcBef>
                <a:spcPct val="0"/>
              </a:spcBef>
              <a:spcAft>
                <a:spcPts val="800"/>
              </a:spcAft>
              <a:buSzPts val="1000"/>
              <a:buFont typeface="Wingdings" panose="05000000000000000000" pitchFamily="2" charset="2"/>
              <a:buChar char=""/>
              <a:tabLst>
                <a:tab pos="457200" algn="l"/>
              </a:tabLst>
            </a:pPr>
            <a:r>
              <a:rPr lang="en-US" altLang="en-US" sz="1500">
                <a:solidFill>
                  <a:srgbClr val="1A1A1A"/>
                </a:solidFill>
              </a:rPr>
              <a:t>Bar graphs</a:t>
            </a:r>
          </a:p>
          <a:p>
            <a:pPr lvl="2">
              <a:lnSpc>
                <a:spcPct val="107000"/>
              </a:lnSpc>
              <a:spcBef>
                <a:spcPct val="0"/>
              </a:spcBef>
              <a:spcAft>
                <a:spcPts val="800"/>
              </a:spcAft>
              <a:buSzPts val="1000"/>
              <a:buFont typeface="Wingdings" panose="05000000000000000000" pitchFamily="2" charset="2"/>
              <a:buChar char=""/>
              <a:tabLst>
                <a:tab pos="457200" algn="l"/>
              </a:tabLst>
            </a:pPr>
            <a:r>
              <a:rPr lang="en-US" altLang="en-US" sz="1500">
                <a:solidFill>
                  <a:srgbClr val="1A1A1A"/>
                </a:solidFill>
              </a:rPr>
              <a:t>Line graphs</a:t>
            </a:r>
          </a:p>
          <a:p>
            <a:pPr lvl="2">
              <a:lnSpc>
                <a:spcPct val="107000"/>
              </a:lnSpc>
              <a:spcBef>
                <a:spcPct val="0"/>
              </a:spcBef>
              <a:spcAft>
                <a:spcPts val="800"/>
              </a:spcAft>
              <a:buSzPts val="1000"/>
              <a:buFont typeface="Wingdings" panose="05000000000000000000" pitchFamily="2" charset="2"/>
              <a:buChar char=""/>
              <a:tabLst>
                <a:tab pos="457200" algn="l"/>
              </a:tabLst>
            </a:pPr>
            <a:r>
              <a:rPr lang="en-US" altLang="en-US" sz="1500">
                <a:solidFill>
                  <a:srgbClr val="1A1A1A"/>
                </a:solidFill>
              </a:rPr>
              <a:t>Pie graphs</a:t>
            </a:r>
          </a:p>
          <a:p>
            <a:pPr lvl="1">
              <a:lnSpc>
                <a:spcPct val="107000"/>
              </a:lnSpc>
              <a:spcBef>
                <a:spcPct val="0"/>
              </a:spcBef>
              <a:spcAft>
                <a:spcPts val="800"/>
              </a:spcAft>
              <a:buSzPts val="1000"/>
              <a:buFont typeface="Courier New" panose="02070309020205020404" pitchFamily="49" charset="0"/>
              <a:buChar char="o"/>
              <a:tabLst>
                <a:tab pos="457200" algn="l"/>
              </a:tabLst>
            </a:pPr>
            <a:r>
              <a:rPr lang="en-US" altLang="en-US" sz="1500">
                <a:solidFill>
                  <a:srgbClr val="1A1A1A"/>
                </a:solidFill>
              </a:rPr>
              <a:t>Maps</a:t>
            </a:r>
          </a:p>
          <a:p>
            <a:pPr>
              <a:lnSpc>
                <a:spcPct val="107000"/>
              </a:lnSpc>
              <a:spcBef>
                <a:spcPct val="0"/>
              </a:spcBef>
              <a:spcAft>
                <a:spcPts val="800"/>
              </a:spcAft>
              <a:buSzPts val="1000"/>
              <a:buFont typeface="Symbol" panose="05050102010706020507" pitchFamily="18" charset="2"/>
              <a:buChar char=""/>
              <a:tabLst>
                <a:tab pos="457200" algn="l"/>
              </a:tabLst>
            </a:pPr>
            <a:r>
              <a:rPr lang="en-US" altLang="en-US" sz="1500" b="1">
                <a:solidFill>
                  <a:srgbClr val="1A1A1A"/>
                </a:solidFill>
              </a:rPr>
              <a:t>Concepts:</a:t>
            </a:r>
          </a:p>
          <a:p>
            <a:pPr lvl="1">
              <a:lnSpc>
                <a:spcPct val="107000"/>
              </a:lnSpc>
              <a:spcBef>
                <a:spcPct val="0"/>
              </a:spcBef>
              <a:spcAft>
                <a:spcPts val="800"/>
              </a:spcAft>
              <a:buSzPts val="1000"/>
              <a:buFont typeface="Courier New" panose="02070309020205020404" pitchFamily="49" charset="0"/>
              <a:buChar char="o"/>
              <a:tabLst>
                <a:tab pos="457200" algn="l"/>
              </a:tabLst>
            </a:pPr>
            <a:r>
              <a:rPr lang="en-US" altLang="en-US" sz="1500">
                <a:solidFill>
                  <a:srgbClr val="1A1A1A"/>
                </a:solidFill>
              </a:rPr>
              <a:t>Charts</a:t>
            </a:r>
          </a:p>
          <a:p>
            <a:pPr lvl="2">
              <a:lnSpc>
                <a:spcPct val="107000"/>
              </a:lnSpc>
              <a:spcBef>
                <a:spcPct val="0"/>
              </a:spcBef>
              <a:spcAft>
                <a:spcPts val="800"/>
              </a:spcAft>
              <a:buSzPts val="1000"/>
              <a:buFont typeface="Wingdings" panose="05000000000000000000" pitchFamily="2" charset="2"/>
              <a:buChar char=""/>
              <a:tabLst>
                <a:tab pos="457200" algn="l"/>
              </a:tabLst>
            </a:pPr>
            <a:r>
              <a:rPr lang="en-US" altLang="en-US" sz="1500">
                <a:solidFill>
                  <a:srgbClr val="1A1A1A"/>
                </a:solidFill>
              </a:rPr>
              <a:t>Flow Charts</a:t>
            </a:r>
          </a:p>
          <a:p>
            <a:pPr lvl="2">
              <a:lnSpc>
                <a:spcPct val="107000"/>
              </a:lnSpc>
              <a:spcBef>
                <a:spcPct val="0"/>
              </a:spcBef>
              <a:spcAft>
                <a:spcPts val="800"/>
              </a:spcAft>
              <a:buSzPts val="1000"/>
              <a:buFont typeface="Wingdings" panose="05000000000000000000" pitchFamily="2" charset="2"/>
              <a:buChar char=""/>
              <a:tabLst>
                <a:tab pos="457200" algn="l"/>
              </a:tabLst>
            </a:pPr>
            <a:r>
              <a:rPr lang="en-US" altLang="en-US" sz="1500">
                <a:solidFill>
                  <a:srgbClr val="1A1A1A"/>
                </a:solidFill>
              </a:rPr>
              <a:t>Organizational charts</a:t>
            </a:r>
          </a:p>
          <a:p>
            <a:pPr lvl="2">
              <a:lnSpc>
                <a:spcPct val="107000"/>
              </a:lnSpc>
              <a:spcBef>
                <a:spcPct val="0"/>
              </a:spcBef>
              <a:spcAft>
                <a:spcPts val="800"/>
              </a:spcAft>
              <a:buSzPts val="1000"/>
              <a:buFont typeface="Wingdings" panose="05000000000000000000" pitchFamily="2" charset="2"/>
              <a:buChar char=""/>
              <a:tabLst>
                <a:tab pos="457200" algn="l"/>
              </a:tabLst>
            </a:pPr>
            <a:r>
              <a:rPr lang="en-US" altLang="en-US" sz="1500">
                <a:solidFill>
                  <a:srgbClr val="1A1A1A"/>
                </a:solidFill>
              </a:rPr>
              <a:t>Scheduling Charts</a:t>
            </a:r>
          </a:p>
          <a:p>
            <a:pPr>
              <a:tabLst>
                <a:tab pos="457200" algn="l"/>
              </a:tabLst>
            </a:pPr>
            <a:endParaRPr lang="en-US" altLang="en-US" sz="1500"/>
          </a:p>
        </p:txBody>
      </p:sp>
      <p:sp>
        <p:nvSpPr>
          <p:cNvPr id="6" name="TextBox 5">
            <a:extLst>
              <a:ext uri="{FF2B5EF4-FFF2-40B4-BE49-F238E27FC236}">
                <a16:creationId xmlns:a16="http://schemas.microsoft.com/office/drawing/2014/main" id="{E4BCDAC6-FDC9-7097-53E6-B224D35F9678}"/>
              </a:ext>
            </a:extLst>
          </p:cNvPr>
          <p:cNvSpPr txBox="1"/>
          <p:nvPr/>
        </p:nvSpPr>
        <p:spPr>
          <a:xfrm>
            <a:off x="4140200" y="1273175"/>
            <a:ext cx="4103688" cy="4240213"/>
          </a:xfrm>
          <a:prstGeom prst="rect">
            <a:avLst/>
          </a:prstGeom>
          <a:noFill/>
        </p:spPr>
        <p:txBody>
          <a:bodyPr>
            <a:spAutoFit/>
          </a:bodyPr>
          <a:lstStyle/>
          <a:p>
            <a:pPr marL="342900" indent="-342900">
              <a:lnSpc>
                <a:spcPct val="107000"/>
              </a:lnSpc>
              <a:spcBef>
                <a:spcPts val="0"/>
              </a:spcBef>
              <a:spcAft>
                <a:spcPts val="800"/>
              </a:spcAft>
              <a:buSzPts val="1000"/>
              <a:buFont typeface="Symbol" panose="05050102010706020507" pitchFamily="18" charset="2"/>
              <a:buChar char=""/>
              <a:tabLst>
                <a:tab pos="457200" algn="l"/>
              </a:tabLst>
              <a:defRPr/>
            </a:pPr>
            <a:r>
              <a:rPr lang="en-US" b="1" dirty="0">
                <a:solidFill>
                  <a:srgbClr val="1A1A1A"/>
                </a:solidFill>
                <a:ea typeface="Times New Roman" panose="02020603050405020304" pitchFamily="18" charset="0"/>
              </a:rPr>
              <a:t>Objects:</a:t>
            </a:r>
            <a:endParaRPr lang="en-US" b="1" dirty="0">
              <a:solidFill>
                <a:srgbClr val="1A1A1A"/>
              </a:solidFill>
              <a:ea typeface="Calibri" panose="020F0502020204030204" pitchFamily="34" charset="0"/>
            </a:endParaRPr>
          </a:p>
          <a:p>
            <a:pPr marL="742950" lvl="1" indent="-285750">
              <a:lnSpc>
                <a:spcPct val="107000"/>
              </a:lnSpc>
              <a:spcBef>
                <a:spcPts val="0"/>
              </a:spcBef>
              <a:spcAft>
                <a:spcPts val="800"/>
              </a:spcAft>
              <a:buSzPts val="1000"/>
              <a:buFont typeface="Courier New" panose="02070309020205020404" pitchFamily="49" charset="0"/>
              <a:buChar char="o"/>
              <a:tabLst>
                <a:tab pos="914400" algn="l"/>
              </a:tabLst>
              <a:defRPr/>
            </a:pPr>
            <a:r>
              <a:rPr lang="en-US" dirty="0">
                <a:solidFill>
                  <a:srgbClr val="1A1A1A"/>
                </a:solidFill>
                <a:ea typeface="Times New Roman" panose="02020603050405020304" pitchFamily="18" charset="0"/>
              </a:rPr>
              <a:t>Photographs</a:t>
            </a:r>
            <a:endParaRPr lang="en-US" dirty="0">
              <a:solidFill>
                <a:srgbClr val="1A1A1A"/>
              </a:solidFill>
              <a:ea typeface="Calibri" panose="020F0502020204030204" pitchFamily="34" charset="0"/>
            </a:endParaRPr>
          </a:p>
          <a:p>
            <a:pPr marL="742950" lvl="1" indent="-285750">
              <a:lnSpc>
                <a:spcPct val="107000"/>
              </a:lnSpc>
              <a:spcBef>
                <a:spcPts val="0"/>
              </a:spcBef>
              <a:spcAft>
                <a:spcPts val="800"/>
              </a:spcAft>
              <a:buSzPts val="1000"/>
              <a:buFont typeface="Courier New" panose="02070309020205020404" pitchFamily="49" charset="0"/>
              <a:buChar char="o"/>
              <a:tabLst>
                <a:tab pos="914400" algn="l"/>
              </a:tabLst>
              <a:defRPr/>
            </a:pPr>
            <a:r>
              <a:rPr lang="en-US" dirty="0">
                <a:solidFill>
                  <a:srgbClr val="1A1A1A"/>
                </a:solidFill>
                <a:ea typeface="Times New Roman" panose="02020603050405020304" pitchFamily="18" charset="0"/>
              </a:rPr>
              <a:t>Figures/Illustrations</a:t>
            </a:r>
            <a:endParaRPr lang="en-US" dirty="0">
              <a:solidFill>
                <a:srgbClr val="1A1A1A"/>
              </a:solidFill>
              <a:ea typeface="Calibri" panose="020F0502020204030204" pitchFamily="34" charset="0"/>
            </a:endParaRPr>
          </a:p>
          <a:p>
            <a:pPr marL="1143000" lvl="2" indent="-228600">
              <a:lnSpc>
                <a:spcPct val="107000"/>
              </a:lnSpc>
              <a:spcBef>
                <a:spcPts val="0"/>
              </a:spcBef>
              <a:spcAft>
                <a:spcPts val="800"/>
              </a:spcAft>
              <a:buSzPts val="1000"/>
              <a:buFont typeface="Wingdings" panose="05000000000000000000" pitchFamily="2" charset="2"/>
              <a:buChar char=""/>
              <a:tabLst>
                <a:tab pos="1371600" algn="l"/>
              </a:tabLst>
              <a:defRPr/>
            </a:pPr>
            <a:r>
              <a:rPr lang="en-US" dirty="0">
                <a:solidFill>
                  <a:srgbClr val="1A1A1A"/>
                </a:solidFill>
                <a:ea typeface="Times New Roman" panose="02020603050405020304" pitchFamily="18" charset="0"/>
              </a:rPr>
              <a:t>Drawings</a:t>
            </a:r>
            <a:endParaRPr lang="en-US" dirty="0">
              <a:solidFill>
                <a:srgbClr val="1A1A1A"/>
              </a:solidFill>
              <a:ea typeface="Calibri" panose="020F0502020204030204" pitchFamily="34" charset="0"/>
            </a:endParaRPr>
          </a:p>
          <a:p>
            <a:pPr marL="1143000" lvl="2" indent="-228600">
              <a:lnSpc>
                <a:spcPct val="107000"/>
              </a:lnSpc>
              <a:spcBef>
                <a:spcPts val="0"/>
              </a:spcBef>
              <a:spcAft>
                <a:spcPts val="800"/>
              </a:spcAft>
              <a:buSzPts val="1000"/>
              <a:buFont typeface="Wingdings" panose="05000000000000000000" pitchFamily="2" charset="2"/>
              <a:buChar char=""/>
              <a:tabLst>
                <a:tab pos="1371600" algn="l"/>
              </a:tabLst>
              <a:defRPr/>
            </a:pPr>
            <a:r>
              <a:rPr lang="en-US" dirty="0">
                <a:solidFill>
                  <a:srgbClr val="1A1A1A"/>
                </a:solidFill>
                <a:ea typeface="Times New Roman" panose="02020603050405020304" pitchFamily="18" charset="0"/>
              </a:rPr>
              <a:t>Diagrams</a:t>
            </a:r>
            <a:endParaRPr lang="en-US" dirty="0">
              <a:solidFill>
                <a:srgbClr val="1A1A1A"/>
              </a:solidFill>
              <a:ea typeface="Calibri" panose="020F0502020204030204" pitchFamily="34" charset="0"/>
            </a:endParaRPr>
          </a:p>
          <a:p>
            <a:pPr marL="1143000" lvl="2" indent="-228600">
              <a:lnSpc>
                <a:spcPct val="107000"/>
              </a:lnSpc>
              <a:spcBef>
                <a:spcPts val="0"/>
              </a:spcBef>
              <a:spcAft>
                <a:spcPts val="800"/>
              </a:spcAft>
              <a:buSzPts val="1000"/>
              <a:buFont typeface="Wingdings" panose="05000000000000000000" pitchFamily="2" charset="2"/>
              <a:buChar char=""/>
              <a:tabLst>
                <a:tab pos="1371600" algn="l"/>
              </a:tabLst>
              <a:defRPr/>
            </a:pPr>
            <a:r>
              <a:rPr lang="en-US" dirty="0">
                <a:solidFill>
                  <a:srgbClr val="1A1A1A"/>
                </a:solidFill>
                <a:ea typeface="Times New Roman" panose="02020603050405020304" pitchFamily="18" charset="0"/>
              </a:rPr>
              <a:t>Schematics</a:t>
            </a:r>
          </a:p>
          <a:p>
            <a:pPr marL="201612">
              <a:lnSpc>
                <a:spcPct val="107000"/>
              </a:lnSpc>
              <a:spcBef>
                <a:spcPts val="0"/>
              </a:spcBef>
              <a:spcAft>
                <a:spcPts val="800"/>
              </a:spcAft>
              <a:buSzPts val="1000"/>
              <a:tabLst>
                <a:tab pos="1371600" algn="l"/>
              </a:tabLst>
              <a:defRPr/>
            </a:pPr>
            <a:r>
              <a:rPr lang="en-US" dirty="0">
                <a:solidFill>
                  <a:srgbClr val="1A1A1A"/>
                </a:solidFill>
                <a:ea typeface="Times New Roman" panose="02020603050405020304" pitchFamily="18" charset="0"/>
              </a:rPr>
              <a:t>•     </a:t>
            </a:r>
            <a:r>
              <a:rPr lang="en-US" b="1" dirty="0">
                <a:solidFill>
                  <a:srgbClr val="1A1A1A"/>
                </a:solidFill>
                <a:ea typeface="Times New Roman" panose="02020603050405020304" pitchFamily="18" charset="0"/>
              </a:rPr>
              <a:t>Words</a:t>
            </a:r>
            <a:r>
              <a:rPr lang="en-US" dirty="0">
                <a:solidFill>
                  <a:srgbClr val="1A1A1A"/>
                </a:solidFill>
                <a:ea typeface="Times New Roman" panose="02020603050405020304" pitchFamily="18" charset="0"/>
              </a:rPr>
              <a:t> - Words emphasized by boxing them, by changing the color or the font, or enlarging them to call attention in a text are all forms of graphics, albeit not very sophisticated.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BE7A7166-130C-42CC-7409-8915719EDA9C}"/>
              </a:ext>
            </a:extLst>
          </p:cNvPr>
          <p:cNvSpPr>
            <a:spLocks noGrp="1" noChangeArrowheads="1"/>
          </p:cNvSpPr>
          <p:nvPr>
            <p:ph type="title"/>
          </p:nvPr>
        </p:nvSpPr>
        <p:spPr/>
        <p:txBody>
          <a:bodyPr/>
          <a:lstStyle/>
          <a:p>
            <a:r>
              <a:rPr lang="en-US" altLang="en-US"/>
              <a:t>Types of Graphics: Tables</a:t>
            </a:r>
          </a:p>
        </p:txBody>
      </p:sp>
      <p:sp>
        <p:nvSpPr>
          <p:cNvPr id="14339" name="Content Placeholder 2">
            <a:extLst>
              <a:ext uri="{FF2B5EF4-FFF2-40B4-BE49-F238E27FC236}">
                <a16:creationId xmlns:a16="http://schemas.microsoft.com/office/drawing/2014/main" id="{304071E3-C3C4-7A87-49F5-FBEFCA8A56EB}"/>
              </a:ext>
            </a:extLst>
          </p:cNvPr>
          <p:cNvSpPr>
            <a:spLocks noGrp="1" noChangeArrowheads="1"/>
          </p:cNvSpPr>
          <p:nvPr>
            <p:ph idx="1"/>
          </p:nvPr>
        </p:nvSpPr>
        <p:spPr>
          <a:xfrm>
            <a:off x="457200" y="1689100"/>
            <a:ext cx="8229600" cy="3471863"/>
          </a:xfrm>
        </p:spPr>
        <p:txBody>
          <a:bodyPr/>
          <a:lstStyle/>
          <a:p>
            <a:r>
              <a:rPr lang="en-US" altLang="en-US"/>
              <a:t>Tables provide columns and rows of information. </a:t>
            </a:r>
          </a:p>
          <a:p>
            <a:r>
              <a:rPr lang="en-US" altLang="en-US"/>
              <a:t>A table is used to make factual information, such as numbers, percentages, and monetary amounts, easily accessible and understandable.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21D60232-2A77-A26D-7476-70D3AF1CB44F}"/>
              </a:ext>
            </a:extLst>
          </p:cNvPr>
          <p:cNvSpPr>
            <a:spLocks noGrp="1" noChangeArrowheads="1"/>
          </p:cNvSpPr>
          <p:nvPr>
            <p:ph type="title"/>
          </p:nvPr>
        </p:nvSpPr>
        <p:spPr/>
        <p:txBody>
          <a:bodyPr/>
          <a:lstStyle/>
          <a:p>
            <a:r>
              <a:rPr lang="en-US" altLang="en-US"/>
              <a:t>Guidelines for creating tables</a:t>
            </a:r>
          </a:p>
        </p:txBody>
      </p:sp>
      <p:sp>
        <p:nvSpPr>
          <p:cNvPr id="15363" name="Content Placeholder 2">
            <a:extLst>
              <a:ext uri="{FF2B5EF4-FFF2-40B4-BE49-F238E27FC236}">
                <a16:creationId xmlns:a16="http://schemas.microsoft.com/office/drawing/2014/main" id="{1C952148-E93A-A052-1B29-4EA30F1FF324}"/>
              </a:ext>
            </a:extLst>
          </p:cNvPr>
          <p:cNvSpPr>
            <a:spLocks noGrp="1" noChangeArrowheads="1"/>
          </p:cNvSpPr>
          <p:nvPr>
            <p:ph idx="1"/>
          </p:nvPr>
        </p:nvSpPr>
        <p:spPr/>
        <p:txBody>
          <a:bodyPr/>
          <a:lstStyle/>
          <a:p>
            <a:pPr>
              <a:lnSpc>
                <a:spcPct val="107000"/>
              </a:lnSpc>
              <a:spcBef>
                <a:spcPct val="0"/>
              </a:spcBef>
              <a:spcAft>
                <a:spcPts val="800"/>
              </a:spcAft>
              <a:buSzPts val="1000"/>
              <a:buFont typeface="Symbol" panose="05050102010706020507" pitchFamily="18" charset="2"/>
              <a:buChar char=""/>
              <a:tabLst>
                <a:tab pos="457200" algn="l"/>
              </a:tabLst>
            </a:pPr>
            <a:r>
              <a:rPr lang="en-US" altLang="en-US" sz="2000">
                <a:latin typeface="Segoe UI" panose="020B0502040204020203" pitchFamily="34" charset="0"/>
                <a:cs typeface="Times New Roman" panose="02020603050405020304" pitchFamily="18" charset="0"/>
              </a:rPr>
              <a:t>Explain what the table contains and how it will help the reader.</a:t>
            </a:r>
            <a:endParaRPr lang="en-US" altLang="en-US" sz="20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ct val="0"/>
              </a:spcBef>
              <a:spcAft>
                <a:spcPts val="800"/>
              </a:spcAft>
              <a:buSzPts val="1000"/>
              <a:buFont typeface="Symbol" panose="05050102010706020507" pitchFamily="18" charset="2"/>
              <a:buChar char=""/>
              <a:tabLst>
                <a:tab pos="457200" algn="l"/>
              </a:tabLst>
            </a:pPr>
            <a:r>
              <a:rPr lang="en-US" altLang="en-US" sz="2000">
                <a:latin typeface="Segoe UI" panose="020B0502040204020203" pitchFamily="34" charset="0"/>
                <a:cs typeface="Times New Roman" panose="02020603050405020304" pitchFamily="18" charset="0"/>
              </a:rPr>
              <a:t>Give the table either a title or caption, as appropriate.</a:t>
            </a:r>
            <a:endParaRPr lang="en-US" altLang="en-US" sz="2000">
              <a:latin typeface="Calibri" panose="020F0502020204030204" pitchFamily="34" charset="0"/>
              <a:cs typeface="Calibri" panose="020F0502020204030204" pitchFamily="34" charset="0"/>
            </a:endParaRPr>
          </a:p>
          <a:p>
            <a:pPr>
              <a:lnSpc>
                <a:spcPct val="107000"/>
              </a:lnSpc>
              <a:spcBef>
                <a:spcPct val="0"/>
              </a:spcBef>
              <a:spcAft>
                <a:spcPts val="800"/>
              </a:spcAft>
              <a:buSzPts val="1000"/>
              <a:buFont typeface="Symbol" panose="05050102010706020507" pitchFamily="18" charset="2"/>
              <a:buChar char=""/>
              <a:tabLst>
                <a:tab pos="457200" algn="l"/>
              </a:tabLst>
            </a:pPr>
            <a:r>
              <a:rPr lang="en-US" altLang="en-US" sz="2000">
                <a:latin typeface="Segoe UI" panose="020B0502040204020203" pitchFamily="34" charset="0"/>
                <a:cs typeface="Times New Roman" panose="02020603050405020304" pitchFamily="18" charset="0"/>
              </a:rPr>
              <a:t>Write informative, understandable, and visually distinct heading labels.</a:t>
            </a:r>
            <a:endParaRPr lang="en-US" altLang="en-US" sz="2000">
              <a:latin typeface="Calibri" panose="020F0502020204030204" pitchFamily="34" charset="0"/>
              <a:cs typeface="Calibri" panose="020F0502020204030204" pitchFamily="34" charset="0"/>
            </a:endParaRPr>
          </a:p>
          <a:p>
            <a:pPr>
              <a:lnSpc>
                <a:spcPct val="107000"/>
              </a:lnSpc>
              <a:spcBef>
                <a:spcPct val="0"/>
              </a:spcBef>
              <a:spcAft>
                <a:spcPts val="800"/>
              </a:spcAft>
              <a:buSzPts val="1000"/>
              <a:buFont typeface="Symbol" panose="05050102010706020507" pitchFamily="18" charset="2"/>
              <a:buChar char=""/>
              <a:tabLst>
                <a:tab pos="457200" algn="l"/>
              </a:tabLst>
            </a:pPr>
            <a:r>
              <a:rPr lang="en-US" altLang="en-US" sz="2000">
                <a:latin typeface="Segoe UI" panose="020B0502040204020203" pitchFamily="34" charset="0"/>
                <a:cs typeface="Times New Roman" panose="02020603050405020304" pitchFamily="18" charset="0"/>
              </a:rPr>
              <a:t>Make rows distinct through headings or display of categories.</a:t>
            </a:r>
            <a:endParaRPr lang="en-US" altLang="en-US" sz="2000">
              <a:latin typeface="Calibri" panose="020F0502020204030204" pitchFamily="34" charset="0"/>
              <a:cs typeface="Calibri" panose="020F0502020204030204" pitchFamily="34" charset="0"/>
            </a:endParaRPr>
          </a:p>
          <a:p>
            <a:pPr>
              <a:lnSpc>
                <a:spcPct val="107000"/>
              </a:lnSpc>
              <a:spcBef>
                <a:spcPct val="0"/>
              </a:spcBef>
              <a:spcAft>
                <a:spcPts val="800"/>
              </a:spcAft>
              <a:buSzPts val="1000"/>
              <a:buFont typeface="Symbol" panose="05050102010706020507" pitchFamily="18" charset="2"/>
              <a:buChar char=""/>
              <a:tabLst>
                <a:tab pos="457200" algn="l"/>
              </a:tabLst>
            </a:pPr>
            <a:r>
              <a:rPr lang="en-US" altLang="en-US" sz="2000">
                <a:latin typeface="Segoe UI" panose="020B0502040204020203" pitchFamily="34" charset="0"/>
                <a:cs typeface="Times New Roman" panose="02020603050405020304" pitchFamily="18" charset="0"/>
              </a:rPr>
              <a:t>Avoid wordiness, limit text in cells to a few words.</a:t>
            </a:r>
            <a:endParaRPr lang="en-US" altLang="en-US" sz="2000">
              <a:latin typeface="Calibri" panose="020F0502020204030204" pitchFamily="34" charset="0"/>
              <a:cs typeface="Calibri" panose="020F0502020204030204" pitchFamily="34" charset="0"/>
            </a:endParaRPr>
          </a:p>
          <a:p>
            <a:pPr>
              <a:lnSpc>
                <a:spcPct val="107000"/>
              </a:lnSpc>
              <a:spcBef>
                <a:spcPct val="0"/>
              </a:spcBef>
              <a:spcAft>
                <a:spcPts val="800"/>
              </a:spcAft>
              <a:buSzPts val="1000"/>
              <a:buFont typeface="Symbol" panose="05050102010706020507" pitchFamily="18" charset="2"/>
              <a:buChar char=""/>
              <a:tabLst>
                <a:tab pos="457200" algn="l"/>
              </a:tabLst>
            </a:pPr>
            <a:r>
              <a:rPr lang="en-US" altLang="en-US" sz="2000">
                <a:latin typeface="Segoe UI" panose="020B0502040204020203" pitchFamily="34" charset="0"/>
                <a:cs typeface="Times New Roman" panose="02020603050405020304" pitchFamily="18" charset="0"/>
              </a:rPr>
              <a:t>Use color coding and symbols to facilitate quick scanning and data comparison.</a:t>
            </a:r>
            <a:endParaRPr lang="en-US" altLang="en-US" sz="2000">
              <a:latin typeface="Calibri" panose="020F0502020204030204" pitchFamily="34" charset="0"/>
              <a:cs typeface="Calibri" panose="020F0502020204030204" pitchFamily="34" charset="0"/>
            </a:endParaRPr>
          </a:p>
          <a:p>
            <a:pPr>
              <a:lnSpc>
                <a:spcPct val="107000"/>
              </a:lnSpc>
              <a:spcBef>
                <a:spcPct val="0"/>
              </a:spcBef>
              <a:spcAft>
                <a:spcPts val="800"/>
              </a:spcAft>
              <a:buSzPts val="1000"/>
              <a:buFont typeface="Symbol" panose="05050102010706020507" pitchFamily="18" charset="2"/>
              <a:buChar char=""/>
              <a:tabLst>
                <a:tab pos="457200" algn="l"/>
              </a:tabLst>
            </a:pPr>
            <a:r>
              <a:rPr lang="en-US" altLang="en-US" sz="2000">
                <a:latin typeface="Segoe UI" panose="020B0502040204020203" pitchFamily="34" charset="0"/>
                <a:cs typeface="Times New Roman" panose="02020603050405020304" pitchFamily="18" charset="0"/>
              </a:rPr>
              <a:t>Ensure the table will be readable in the display format.</a:t>
            </a:r>
            <a:endParaRPr lang="en-US" altLang="en-US" sz="2000">
              <a:latin typeface="Calibri" panose="020F0502020204030204" pitchFamily="34" charset="0"/>
              <a:cs typeface="Calibri" panose="020F0502020204030204" pitchFamily="34" charset="0"/>
            </a:endParaRPr>
          </a:p>
          <a:p>
            <a:pPr>
              <a:tabLst>
                <a:tab pos="457200" algn="l"/>
              </a:tabLst>
            </a:pPr>
            <a:endParaRPr lang="en-US" alt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E92962E2-AAC0-AAAB-EAEF-9211DB1A6DA3}"/>
              </a:ext>
            </a:extLst>
          </p:cNvPr>
          <p:cNvSpPr>
            <a:spLocks noGrp="1" noChangeArrowheads="1"/>
          </p:cNvSpPr>
          <p:nvPr>
            <p:ph type="title"/>
          </p:nvPr>
        </p:nvSpPr>
        <p:spPr/>
        <p:txBody>
          <a:bodyPr/>
          <a:lstStyle/>
          <a:p>
            <a:r>
              <a:rPr lang="en-US" altLang="en-US"/>
              <a:t>Example</a:t>
            </a:r>
          </a:p>
        </p:txBody>
      </p:sp>
      <p:pic>
        <p:nvPicPr>
          <p:cNvPr id="16387" name="Content Placeholder 4">
            <a:extLst>
              <a:ext uri="{FF2B5EF4-FFF2-40B4-BE49-F238E27FC236}">
                <a16:creationId xmlns:a16="http://schemas.microsoft.com/office/drawing/2014/main" id="{C676B7E9-7407-66C9-BF59-91445076552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39750" y="1417638"/>
            <a:ext cx="8229600" cy="3887787"/>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F9B86EA5-9DA4-3348-2B59-D0BF3A124AB7}"/>
              </a:ext>
            </a:extLst>
          </p:cNvPr>
          <p:cNvSpPr>
            <a:spLocks noGrp="1" noChangeArrowheads="1"/>
          </p:cNvSpPr>
          <p:nvPr>
            <p:ph type="title"/>
          </p:nvPr>
        </p:nvSpPr>
        <p:spPr/>
        <p:txBody>
          <a:bodyPr/>
          <a:lstStyle/>
          <a:p>
            <a:r>
              <a:rPr lang="en-US" altLang="en-US"/>
              <a:t>Give a caption to this Table</a:t>
            </a:r>
          </a:p>
        </p:txBody>
      </p:sp>
      <p:pic>
        <p:nvPicPr>
          <p:cNvPr id="17411" name="Content Placeholder 4" descr="A table with numbers and text&#10;&#10;AI-generated content may be incorrect.">
            <a:extLst>
              <a:ext uri="{FF2B5EF4-FFF2-40B4-BE49-F238E27FC236}">
                <a16:creationId xmlns:a16="http://schemas.microsoft.com/office/drawing/2014/main" id="{F4E66FB9-3868-95B5-8C2A-EF7933AB107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619250" y="1704975"/>
            <a:ext cx="5761038" cy="2081213"/>
          </a:xfrm>
          <a:ln>
            <a:solidFill>
              <a:schemeClr val="tx1"/>
            </a:solid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6E7BDE32-3366-508F-8412-ECE2BF923DE1}"/>
              </a:ext>
            </a:extLst>
          </p:cNvPr>
          <p:cNvSpPr>
            <a:spLocks noGrp="1" noChangeArrowheads="1"/>
          </p:cNvSpPr>
          <p:nvPr>
            <p:ph type="title"/>
          </p:nvPr>
        </p:nvSpPr>
        <p:spPr/>
        <p:txBody>
          <a:bodyPr/>
          <a:lstStyle/>
          <a:p>
            <a:r>
              <a:rPr lang="en-US" altLang="en-US"/>
              <a:t>Types of Graphics: Figures</a:t>
            </a:r>
          </a:p>
        </p:txBody>
      </p:sp>
      <p:sp>
        <p:nvSpPr>
          <p:cNvPr id="18435" name="Content Placeholder 2">
            <a:extLst>
              <a:ext uri="{FF2B5EF4-FFF2-40B4-BE49-F238E27FC236}">
                <a16:creationId xmlns:a16="http://schemas.microsoft.com/office/drawing/2014/main" id="{410820FA-1CAC-1702-014A-814026806A05}"/>
              </a:ext>
            </a:extLst>
          </p:cNvPr>
          <p:cNvSpPr>
            <a:spLocks noGrp="1" noChangeArrowheads="1"/>
          </p:cNvSpPr>
          <p:nvPr>
            <p:ph idx="1"/>
          </p:nvPr>
        </p:nvSpPr>
        <p:spPr/>
        <p:txBody>
          <a:bodyPr/>
          <a:lstStyle/>
          <a:p>
            <a:r>
              <a:rPr lang="en-US" altLang="en-US"/>
              <a:t>Another way to enhance your technical communication is to use figures.</a:t>
            </a:r>
          </a:p>
          <a:p>
            <a:r>
              <a:rPr lang="en-US" altLang="en-US"/>
              <a:t>Whereas tables eliminate needless repetition of words and clarify quantifiability, figures highlight and supplement important points in your writing.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F271C13D-7D7B-D9DB-5891-3187E6655018}"/>
              </a:ext>
            </a:extLst>
          </p:cNvPr>
          <p:cNvSpPr>
            <a:spLocks noGrp="1" noChangeArrowheads="1"/>
          </p:cNvSpPr>
          <p:nvPr>
            <p:ph type="title"/>
          </p:nvPr>
        </p:nvSpPr>
        <p:spPr/>
        <p:txBody>
          <a:bodyPr/>
          <a:lstStyle/>
          <a:p>
            <a:r>
              <a:rPr lang="en-US" altLang="en-US"/>
              <a:t>Guidelines for creating figures</a:t>
            </a:r>
          </a:p>
        </p:txBody>
      </p:sp>
      <p:sp>
        <p:nvSpPr>
          <p:cNvPr id="19459" name="Content Placeholder 2">
            <a:extLst>
              <a:ext uri="{FF2B5EF4-FFF2-40B4-BE49-F238E27FC236}">
                <a16:creationId xmlns:a16="http://schemas.microsoft.com/office/drawing/2014/main" id="{F899DB80-7736-19AA-04CD-CE976A17C752}"/>
              </a:ext>
            </a:extLst>
          </p:cNvPr>
          <p:cNvSpPr>
            <a:spLocks noGrp="1" noChangeArrowheads="1"/>
          </p:cNvSpPr>
          <p:nvPr>
            <p:ph idx="1"/>
          </p:nvPr>
        </p:nvSpPr>
        <p:spPr/>
        <p:txBody>
          <a:bodyPr/>
          <a:lstStyle/>
          <a:p>
            <a:r>
              <a:rPr lang="en-US" altLang="en-US" sz="1800"/>
              <a:t>Number figures in order of presentation (i.e., Figure 1, Figure 2, Figure 3).</a:t>
            </a:r>
          </a:p>
          <a:p>
            <a:r>
              <a:rPr lang="en-US" altLang="en-US" sz="1800"/>
              <a:t>Title each figure. When you refer to the figure, use its number rather than its title: Figure 1 shows the relation between the average estimated price for houses and the actual sales prices.”</a:t>
            </a:r>
          </a:p>
          <a:p>
            <a:r>
              <a:rPr lang="en-US" altLang="en-US" sz="1800"/>
              <a:t>Preface each figure with an introductory sentence.</a:t>
            </a:r>
          </a:p>
          <a:p>
            <a:r>
              <a:rPr lang="en-US" altLang="en-US" sz="1800"/>
              <a:t>Avoid using a figure until you have mentioned it in the text.</a:t>
            </a:r>
          </a:p>
          <a:p>
            <a:r>
              <a:rPr lang="en-US" altLang="en-US" sz="1800"/>
              <a:t>Present the figure as soon as possible after mentioning it instead of several paragraphs or pages later.</a:t>
            </a:r>
          </a:p>
          <a:p>
            <a:r>
              <a:rPr lang="en-US" altLang="en-US" sz="1800"/>
              <a:t>After you have presented the figure, explain its significance. Don’t let the figure speak for itself. Remind the reader of the important facts you want to highlight.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5984CC99-6A7A-4EA4-F9C3-577794E1478A}"/>
              </a:ext>
            </a:extLst>
          </p:cNvPr>
          <p:cNvSpPr>
            <a:spLocks noGrp="1" noChangeArrowheads="1"/>
          </p:cNvSpPr>
          <p:nvPr>
            <p:ph type="title"/>
          </p:nvPr>
        </p:nvSpPr>
        <p:spPr/>
        <p:txBody>
          <a:bodyPr/>
          <a:lstStyle/>
          <a:p>
            <a:r>
              <a:rPr lang="en-US" altLang="en-US"/>
              <a:t>Bar graphs</a:t>
            </a:r>
          </a:p>
        </p:txBody>
      </p:sp>
      <p:sp>
        <p:nvSpPr>
          <p:cNvPr id="20483" name="Content Placeholder 2">
            <a:extLst>
              <a:ext uri="{FF2B5EF4-FFF2-40B4-BE49-F238E27FC236}">
                <a16:creationId xmlns:a16="http://schemas.microsoft.com/office/drawing/2014/main" id="{8B3845B4-61DC-4C95-6853-0EB10C599141}"/>
              </a:ext>
            </a:extLst>
          </p:cNvPr>
          <p:cNvSpPr>
            <a:spLocks noGrp="1" noChangeArrowheads="1"/>
          </p:cNvSpPr>
          <p:nvPr>
            <p:ph idx="1"/>
          </p:nvPr>
        </p:nvSpPr>
        <p:spPr>
          <a:xfrm>
            <a:off x="179388" y="1333500"/>
            <a:ext cx="8713787" cy="4381500"/>
          </a:xfrm>
        </p:spPr>
        <p:txBody>
          <a:bodyPr/>
          <a:lstStyle/>
          <a:p>
            <a:r>
              <a:rPr lang="en-US" altLang="en-US"/>
              <a:t>Bar charts show either vertical bars or horizontal bars.</a:t>
            </a:r>
          </a:p>
          <a:p>
            <a:r>
              <a:rPr lang="en-US" altLang="en-US"/>
              <a:t>These bars are scaled to reveal quantities and comparative values. </a:t>
            </a:r>
          </a:p>
          <a:p>
            <a:r>
              <a:rPr lang="en-US" altLang="en-US"/>
              <a:t>You can shade, color, or crosshatch the bars to emphasize the contrasts. If you do so, include a legend explaining what each bar represents.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C001A134-13AC-4B34-B1B3-C2B72E86506A}"/>
              </a:ext>
            </a:extLst>
          </p:cNvPr>
          <p:cNvSpPr>
            <a:spLocks noGrp="1" noChangeArrowheads="1"/>
          </p:cNvSpPr>
          <p:nvPr>
            <p:ph type="title"/>
          </p:nvPr>
        </p:nvSpPr>
        <p:spPr/>
        <p:txBody>
          <a:bodyPr/>
          <a:lstStyle/>
          <a:p>
            <a:r>
              <a:rPr lang="en-US" altLang="en-US"/>
              <a:t>Vertical bar graph</a:t>
            </a:r>
          </a:p>
        </p:txBody>
      </p:sp>
      <p:pic>
        <p:nvPicPr>
          <p:cNvPr id="21507" name="Content Placeholder 4">
            <a:extLst>
              <a:ext uri="{FF2B5EF4-FFF2-40B4-BE49-F238E27FC236}">
                <a16:creationId xmlns:a16="http://schemas.microsoft.com/office/drawing/2014/main" id="{C2CB0B56-3FD0-2466-B3E7-ED57CEBDEC7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1562100"/>
            <a:ext cx="8229600" cy="3598863"/>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EEA83FC9-7857-1BD3-0F19-E86F56A3875B}"/>
              </a:ext>
            </a:extLst>
          </p:cNvPr>
          <p:cNvSpPr>
            <a:spLocks noGrp="1" noChangeArrowheads="1"/>
          </p:cNvSpPr>
          <p:nvPr>
            <p:ph type="title"/>
          </p:nvPr>
        </p:nvSpPr>
        <p:spPr/>
        <p:txBody>
          <a:bodyPr/>
          <a:lstStyle/>
          <a:p>
            <a:r>
              <a:rPr lang="en-US" altLang="en-US"/>
              <a:t>Horizontal bar graph</a:t>
            </a:r>
          </a:p>
        </p:txBody>
      </p:sp>
      <p:pic>
        <p:nvPicPr>
          <p:cNvPr id="22531" name="Content Placeholder 4">
            <a:extLst>
              <a:ext uri="{FF2B5EF4-FFF2-40B4-BE49-F238E27FC236}">
                <a16:creationId xmlns:a16="http://schemas.microsoft.com/office/drawing/2014/main" id="{B9036D69-81A8-2161-1C63-E0B2DA9C197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187450" y="1333500"/>
            <a:ext cx="6985000" cy="3771900"/>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AFCAA427-BE07-A855-4B90-F86DA9B2AFDC}"/>
              </a:ext>
            </a:extLst>
          </p:cNvPr>
          <p:cNvSpPr>
            <a:spLocks noGrp="1" noChangeArrowheads="1"/>
          </p:cNvSpPr>
          <p:nvPr>
            <p:ph type="title"/>
          </p:nvPr>
        </p:nvSpPr>
        <p:spPr/>
        <p:txBody>
          <a:bodyPr/>
          <a:lstStyle/>
          <a:p>
            <a:r>
              <a:rPr lang="en-US" altLang="en-US"/>
              <a:t>Pie charts</a:t>
            </a:r>
          </a:p>
        </p:txBody>
      </p:sp>
      <p:sp>
        <p:nvSpPr>
          <p:cNvPr id="23555" name="Content Placeholder 2">
            <a:extLst>
              <a:ext uri="{FF2B5EF4-FFF2-40B4-BE49-F238E27FC236}">
                <a16:creationId xmlns:a16="http://schemas.microsoft.com/office/drawing/2014/main" id="{F0DDB858-03B2-D7E5-E66B-A35024280789}"/>
              </a:ext>
            </a:extLst>
          </p:cNvPr>
          <p:cNvSpPr>
            <a:spLocks noGrp="1" noChangeArrowheads="1"/>
          </p:cNvSpPr>
          <p:nvPr>
            <p:ph idx="1"/>
          </p:nvPr>
        </p:nvSpPr>
        <p:spPr/>
        <p:txBody>
          <a:bodyPr/>
          <a:lstStyle/>
          <a:p>
            <a:r>
              <a:rPr lang="en-US" altLang="en-US"/>
              <a:t>Use pie charts to illustrate portions of a whole. </a:t>
            </a:r>
          </a:p>
          <a:p>
            <a:r>
              <a:rPr lang="en-US" altLang="en-US"/>
              <a:t>The pie chart represents information as pie-shaped parts of a circle.</a:t>
            </a:r>
          </a:p>
          <a:p>
            <a:r>
              <a:rPr lang="en-US" altLang="en-US"/>
              <a:t>The entire circle equals 100 percent or 360 degrees. The pie pieces (the wedges) show the various divisions of the whole.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C58378B4-1AB4-4F95-F8FC-79E7003E8E27}"/>
              </a:ext>
            </a:extLst>
          </p:cNvPr>
          <p:cNvSpPr>
            <a:spLocks noGrp="1" noChangeArrowheads="1"/>
          </p:cNvSpPr>
          <p:nvPr>
            <p:ph type="title"/>
          </p:nvPr>
        </p:nvSpPr>
        <p:spPr/>
        <p:txBody>
          <a:bodyPr/>
          <a:lstStyle/>
          <a:p>
            <a:r>
              <a:rPr lang="en-US" altLang="en-US"/>
              <a:t>Pie chart</a:t>
            </a:r>
          </a:p>
        </p:txBody>
      </p:sp>
      <p:pic>
        <p:nvPicPr>
          <p:cNvPr id="24579" name="Content Placeholder 4">
            <a:extLst>
              <a:ext uri="{FF2B5EF4-FFF2-40B4-BE49-F238E27FC236}">
                <a16:creationId xmlns:a16="http://schemas.microsoft.com/office/drawing/2014/main" id="{7A2386D4-83BD-4A8B-82E5-9E5D982B36E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195513" y="1344613"/>
            <a:ext cx="4608512" cy="4033837"/>
          </a:xfr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B70033EB-5DF7-E309-C53D-920B6BDA1015}"/>
              </a:ext>
            </a:extLst>
          </p:cNvPr>
          <p:cNvSpPr>
            <a:spLocks noGrp="1" noChangeArrowheads="1"/>
          </p:cNvSpPr>
          <p:nvPr>
            <p:ph type="title"/>
          </p:nvPr>
        </p:nvSpPr>
        <p:spPr/>
        <p:txBody>
          <a:bodyPr/>
          <a:lstStyle/>
          <a:p>
            <a:r>
              <a:rPr lang="en-US" altLang="en-US"/>
              <a:t>Line charts</a:t>
            </a:r>
          </a:p>
        </p:txBody>
      </p:sp>
      <p:sp>
        <p:nvSpPr>
          <p:cNvPr id="25603" name="Content Placeholder 2">
            <a:extLst>
              <a:ext uri="{FF2B5EF4-FFF2-40B4-BE49-F238E27FC236}">
                <a16:creationId xmlns:a16="http://schemas.microsoft.com/office/drawing/2014/main" id="{7E60CB1A-9DCB-DA1E-BC85-32AE7B9E7D68}"/>
              </a:ext>
            </a:extLst>
          </p:cNvPr>
          <p:cNvSpPr>
            <a:spLocks noGrp="1" noChangeArrowheads="1"/>
          </p:cNvSpPr>
          <p:nvPr>
            <p:ph idx="1"/>
          </p:nvPr>
        </p:nvSpPr>
        <p:spPr/>
        <p:txBody>
          <a:bodyPr/>
          <a:lstStyle/>
          <a:p>
            <a:r>
              <a:rPr lang="en-US" altLang="en-US"/>
              <a:t>Line charts reveal relationships between sets of figures.</a:t>
            </a:r>
          </a:p>
          <a:p>
            <a:r>
              <a:rPr lang="en-US" altLang="en-US"/>
              <a:t>To make a line chart, plot sets of numbers and connect the sets with lines. </a:t>
            </a:r>
          </a:p>
          <a:p>
            <a:r>
              <a:rPr lang="en-US" altLang="en-US"/>
              <a:t>The lines create a picture showing the upward and downward movement of quantities.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6EE18506-5993-8D76-A562-58BFE407B425}"/>
              </a:ext>
            </a:extLst>
          </p:cNvPr>
          <p:cNvSpPr>
            <a:spLocks noGrp="1" noChangeArrowheads="1"/>
          </p:cNvSpPr>
          <p:nvPr>
            <p:ph type="title"/>
          </p:nvPr>
        </p:nvSpPr>
        <p:spPr/>
        <p:txBody>
          <a:bodyPr/>
          <a:lstStyle/>
          <a:p>
            <a:r>
              <a:rPr lang="en-US" altLang="en-US"/>
              <a:t>Line chart</a:t>
            </a:r>
          </a:p>
        </p:txBody>
      </p:sp>
      <p:pic>
        <p:nvPicPr>
          <p:cNvPr id="26627" name="Content Placeholder 4">
            <a:extLst>
              <a:ext uri="{FF2B5EF4-FFF2-40B4-BE49-F238E27FC236}">
                <a16:creationId xmlns:a16="http://schemas.microsoft.com/office/drawing/2014/main" id="{B1A88E47-DE40-97F2-1D80-45A7E630E4E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00113" y="1438275"/>
            <a:ext cx="7127875" cy="3867150"/>
          </a:xfr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96F30D22-1A01-FE18-B07D-95C6BAE3738E}"/>
              </a:ext>
            </a:extLst>
          </p:cNvPr>
          <p:cNvSpPr>
            <a:spLocks noGrp="1" noChangeArrowheads="1"/>
          </p:cNvSpPr>
          <p:nvPr>
            <p:ph type="title"/>
          </p:nvPr>
        </p:nvSpPr>
        <p:spPr/>
        <p:txBody>
          <a:bodyPr/>
          <a:lstStyle/>
          <a:p>
            <a:r>
              <a:rPr lang="en-US" altLang="en-US"/>
              <a:t>Flow charts</a:t>
            </a:r>
          </a:p>
        </p:txBody>
      </p:sp>
      <p:sp>
        <p:nvSpPr>
          <p:cNvPr id="27651" name="Content Placeholder 2">
            <a:extLst>
              <a:ext uri="{FF2B5EF4-FFF2-40B4-BE49-F238E27FC236}">
                <a16:creationId xmlns:a16="http://schemas.microsoft.com/office/drawing/2014/main" id="{44B08699-C733-A658-3863-B0B4DACD26AB}"/>
              </a:ext>
            </a:extLst>
          </p:cNvPr>
          <p:cNvSpPr>
            <a:spLocks noGrp="1" noChangeArrowheads="1"/>
          </p:cNvSpPr>
          <p:nvPr>
            <p:ph idx="1"/>
          </p:nvPr>
        </p:nvSpPr>
        <p:spPr/>
        <p:txBody>
          <a:bodyPr/>
          <a:lstStyle/>
          <a:p>
            <a:r>
              <a:rPr lang="en-US" altLang="en-US"/>
              <a:t>You can show chronological sequence of activities using a flowchart. </a:t>
            </a:r>
          </a:p>
          <a:p>
            <a:r>
              <a:rPr lang="en-US" altLang="en-US"/>
              <a:t>Flowcharts are especially useful for writing technical instructions. </a:t>
            </a:r>
          </a:p>
          <a:p>
            <a:r>
              <a:rPr lang="en-US" altLang="en-US"/>
              <a:t>When using a flowchart, remember that ovals represent starts and stops, rectangles represent steps, and diamonds represents equal decisions.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03E72960-7A89-DA69-A9A4-18AAD4ED6452}"/>
              </a:ext>
            </a:extLst>
          </p:cNvPr>
          <p:cNvSpPr>
            <a:spLocks noGrp="1" noChangeArrowheads="1"/>
          </p:cNvSpPr>
          <p:nvPr>
            <p:ph type="title"/>
          </p:nvPr>
        </p:nvSpPr>
        <p:spPr/>
        <p:txBody>
          <a:bodyPr/>
          <a:lstStyle/>
          <a:p>
            <a:r>
              <a:rPr lang="en-US" altLang="en-US"/>
              <a:t>Flow chart</a:t>
            </a:r>
          </a:p>
        </p:txBody>
      </p:sp>
      <p:pic>
        <p:nvPicPr>
          <p:cNvPr id="28675" name="Content Placeholder 4">
            <a:extLst>
              <a:ext uri="{FF2B5EF4-FFF2-40B4-BE49-F238E27FC236}">
                <a16:creationId xmlns:a16="http://schemas.microsoft.com/office/drawing/2014/main" id="{D6F92F2B-0F9C-816E-8B32-3DE3143057B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55650" y="1333500"/>
            <a:ext cx="7632700" cy="4152900"/>
          </a:xfrm>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27508</TotalTime>
  <Words>1091</Words>
  <Application>Microsoft Office PowerPoint</Application>
  <PresentationFormat>On-screen Show (16:10)</PresentationFormat>
  <Paragraphs>114</Paragraphs>
  <Slides>26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Times New Roman</vt:lpstr>
      <vt:lpstr>Calibri</vt:lpstr>
      <vt:lpstr>Segoe UI</vt:lpstr>
      <vt:lpstr>Symbol</vt:lpstr>
      <vt:lpstr>Courier New</vt:lpstr>
      <vt:lpstr>Wingdings</vt:lpstr>
      <vt:lpstr>Default Design</vt:lpstr>
      <vt:lpstr>PowerPoint Presentation</vt:lpstr>
      <vt:lpstr>Today’s Lecture</vt:lpstr>
      <vt:lpstr>Read this!</vt:lpstr>
      <vt:lpstr>PowerPoint Presentation</vt:lpstr>
      <vt:lpstr>The Benefits of using Graphics</vt:lpstr>
      <vt:lpstr>The Benefits of using Graphics</vt:lpstr>
      <vt:lpstr>When not to use Graphics?</vt:lpstr>
      <vt:lpstr>Basic graphic principles</vt:lpstr>
      <vt:lpstr>What can you infer?</vt:lpstr>
      <vt:lpstr>PowerPoint Presentation</vt:lpstr>
      <vt:lpstr>Types of Graphics</vt:lpstr>
      <vt:lpstr>Types of Graphics: Tables</vt:lpstr>
      <vt:lpstr>Guidelines for creating tables</vt:lpstr>
      <vt:lpstr>Example</vt:lpstr>
      <vt:lpstr>Give a caption to this Table</vt:lpstr>
      <vt:lpstr>Types of Graphics: Figures</vt:lpstr>
      <vt:lpstr>Guidelines for creating figures</vt:lpstr>
      <vt:lpstr>Bar graphs</vt:lpstr>
      <vt:lpstr>Vertical bar graph</vt:lpstr>
      <vt:lpstr>Horizontal bar graph</vt:lpstr>
      <vt:lpstr>Pie charts</vt:lpstr>
      <vt:lpstr>Pie chart</vt:lpstr>
      <vt:lpstr>Line charts</vt:lpstr>
      <vt:lpstr>Line chart</vt:lpstr>
      <vt:lpstr>Flow charts</vt:lpstr>
      <vt:lpstr>Flow chart</vt:lpstr>
    </vt:vector>
  </TitlesOfParts>
  <Company>INSA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Discrete Structures CSC 102</dc:title>
  <dc:creator>Rasheed</dc:creator>
  <cp:lastModifiedBy>Dawood Akbar</cp:lastModifiedBy>
  <cp:revision>421</cp:revision>
  <dcterms:created xsi:type="dcterms:W3CDTF">2012-03-24T09:18:04Z</dcterms:created>
  <dcterms:modified xsi:type="dcterms:W3CDTF">2026-06-16T19:14:27Z</dcterms:modified>
</cp:coreProperties>
</file>