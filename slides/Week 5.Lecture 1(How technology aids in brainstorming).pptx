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sldIdLst>
    <p:sldId id="303" r:id="rId3"/>
    <p:sldId id="256" r:id="rId4"/>
    <p:sldId id="257" r:id="rId5"/>
    <p:sldId id="305" r:id="rId6"/>
    <p:sldId id="306" r:id="rId7"/>
    <p:sldId id="307" r:id="rId8"/>
    <p:sldId id="310" r:id="rId9"/>
    <p:sldId id="309" r:id="rId10"/>
    <p:sldId id="262" r:id="rId11"/>
    <p:sldId id="308" r:id="rId12"/>
    <p:sldId id="258" r:id="rId13"/>
    <p:sldId id="259" r:id="rId14"/>
    <p:sldId id="260" r:id="rId15"/>
    <p:sldId id="261" r:id="rId16"/>
    <p:sldId id="263" r:id="rId17"/>
    <p:sldId id="264" r:id="rId18"/>
    <p:sldId id="265" r:id="rId19"/>
    <p:sldId id="304"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BC4E8E-712F-42A4-BD9D-990B38FE1E58}" v="1" dt="2026-02-16T03:43:46.3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5" d="100"/>
          <a:sy n="65" d="100"/>
        </p:scale>
        <p:origin x="153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ia Tahir" userId="f44931ca-6f51-4a43-bfc6-32a687aa5826" providerId="ADAL" clId="{24B98FCD-861F-42BA-8942-A62C06C41194}"/>
    <pc:docChg chg="undo custSel addSld modSld sldOrd">
      <pc:chgData name="Samia Tahir" userId="f44931ca-6f51-4a43-bfc6-32a687aa5826" providerId="ADAL" clId="{24B98FCD-861F-42BA-8942-A62C06C41194}" dt="2026-02-17T04:56:37.291" v="648" actId="20577"/>
      <pc:docMkLst>
        <pc:docMk/>
      </pc:docMkLst>
      <pc:sldChg chg="modSp mod ord">
        <pc:chgData name="Samia Tahir" userId="f44931ca-6f51-4a43-bfc6-32a687aa5826" providerId="ADAL" clId="{24B98FCD-861F-42BA-8942-A62C06C41194}" dt="2026-02-13T06:46:28.271" v="575" actId="20577"/>
        <pc:sldMkLst>
          <pc:docMk/>
          <pc:sldMk cId="0" sldId="257"/>
        </pc:sldMkLst>
        <pc:spChg chg="mod">
          <ac:chgData name="Samia Tahir" userId="f44931ca-6f51-4a43-bfc6-32a687aa5826" providerId="ADAL" clId="{24B98FCD-861F-42BA-8942-A62C06C41194}" dt="2026-02-13T06:46:28.271" v="575" actId="20577"/>
          <ac:spMkLst>
            <pc:docMk/>
            <pc:sldMk cId="0" sldId="257"/>
            <ac:spMk id="3" creationId="{00000000-0000-0000-0000-000000000000}"/>
          </ac:spMkLst>
        </pc:spChg>
      </pc:sldChg>
      <pc:sldChg chg="modSp mod">
        <pc:chgData name="Samia Tahir" userId="f44931ca-6f51-4a43-bfc6-32a687aa5826" providerId="ADAL" clId="{24B98FCD-861F-42BA-8942-A62C06C41194}" dt="2026-02-16T03:41:02.921" v="590" actId="20577"/>
        <pc:sldMkLst>
          <pc:docMk/>
          <pc:sldMk cId="0" sldId="258"/>
        </pc:sldMkLst>
        <pc:spChg chg="mod">
          <ac:chgData name="Samia Tahir" userId="f44931ca-6f51-4a43-bfc6-32a687aa5826" providerId="ADAL" clId="{24B98FCD-861F-42BA-8942-A62C06C41194}" dt="2026-02-16T03:41:02.921" v="590" actId="20577"/>
          <ac:spMkLst>
            <pc:docMk/>
            <pc:sldMk cId="0" sldId="258"/>
            <ac:spMk id="3" creationId="{00000000-0000-0000-0000-000000000000}"/>
          </ac:spMkLst>
        </pc:spChg>
      </pc:sldChg>
      <pc:sldChg chg="modSp mod ord">
        <pc:chgData name="Samia Tahir" userId="f44931ca-6f51-4a43-bfc6-32a687aa5826" providerId="ADAL" clId="{24B98FCD-861F-42BA-8942-A62C06C41194}" dt="2026-02-16T03:42:39.686" v="607" actId="20577"/>
        <pc:sldMkLst>
          <pc:docMk/>
          <pc:sldMk cId="0" sldId="259"/>
        </pc:sldMkLst>
        <pc:spChg chg="mod">
          <ac:chgData name="Samia Tahir" userId="f44931ca-6f51-4a43-bfc6-32a687aa5826" providerId="ADAL" clId="{24B98FCD-861F-42BA-8942-A62C06C41194}" dt="2026-02-16T03:41:20.749" v="591" actId="114"/>
          <ac:spMkLst>
            <pc:docMk/>
            <pc:sldMk cId="0" sldId="259"/>
            <ac:spMk id="2" creationId="{00000000-0000-0000-0000-000000000000}"/>
          </ac:spMkLst>
        </pc:spChg>
        <pc:spChg chg="mod">
          <ac:chgData name="Samia Tahir" userId="f44931ca-6f51-4a43-bfc6-32a687aa5826" providerId="ADAL" clId="{24B98FCD-861F-42BA-8942-A62C06C41194}" dt="2026-02-16T03:42:39.686" v="607" actId="20577"/>
          <ac:spMkLst>
            <pc:docMk/>
            <pc:sldMk cId="0" sldId="259"/>
            <ac:spMk id="3" creationId="{00000000-0000-0000-0000-000000000000}"/>
          </ac:spMkLst>
        </pc:spChg>
      </pc:sldChg>
      <pc:sldChg chg="modSp mod">
        <pc:chgData name="Samia Tahir" userId="f44931ca-6f51-4a43-bfc6-32a687aa5826" providerId="ADAL" clId="{24B98FCD-861F-42BA-8942-A62C06C41194}" dt="2026-02-16T03:42:49.608" v="615" actId="20577"/>
        <pc:sldMkLst>
          <pc:docMk/>
          <pc:sldMk cId="0" sldId="260"/>
        </pc:sldMkLst>
        <pc:spChg chg="mod">
          <ac:chgData name="Samia Tahir" userId="f44931ca-6f51-4a43-bfc6-32a687aa5826" providerId="ADAL" clId="{24B98FCD-861F-42BA-8942-A62C06C41194}" dt="2026-02-16T03:41:44.718" v="592" actId="114"/>
          <ac:spMkLst>
            <pc:docMk/>
            <pc:sldMk cId="0" sldId="260"/>
            <ac:spMk id="2" creationId="{00000000-0000-0000-0000-000000000000}"/>
          </ac:spMkLst>
        </pc:spChg>
        <pc:spChg chg="mod">
          <ac:chgData name="Samia Tahir" userId="f44931ca-6f51-4a43-bfc6-32a687aa5826" providerId="ADAL" clId="{24B98FCD-861F-42BA-8942-A62C06C41194}" dt="2026-02-16T03:42:49.608" v="615" actId="20577"/>
          <ac:spMkLst>
            <pc:docMk/>
            <pc:sldMk cId="0" sldId="260"/>
            <ac:spMk id="3" creationId="{00000000-0000-0000-0000-000000000000}"/>
          </ac:spMkLst>
        </pc:spChg>
      </pc:sldChg>
      <pc:sldChg chg="modSp mod">
        <pc:chgData name="Samia Tahir" userId="f44931ca-6f51-4a43-bfc6-32a687aa5826" providerId="ADAL" clId="{24B98FCD-861F-42BA-8942-A62C06C41194}" dt="2026-02-16T03:43:00.385" v="623" actId="20577"/>
        <pc:sldMkLst>
          <pc:docMk/>
          <pc:sldMk cId="0" sldId="261"/>
        </pc:sldMkLst>
        <pc:spChg chg="mod">
          <ac:chgData name="Samia Tahir" userId="f44931ca-6f51-4a43-bfc6-32a687aa5826" providerId="ADAL" clId="{24B98FCD-861F-42BA-8942-A62C06C41194}" dt="2026-02-16T03:41:50.589" v="593" actId="114"/>
          <ac:spMkLst>
            <pc:docMk/>
            <pc:sldMk cId="0" sldId="261"/>
            <ac:spMk id="2" creationId="{00000000-0000-0000-0000-000000000000}"/>
          </ac:spMkLst>
        </pc:spChg>
        <pc:spChg chg="mod">
          <ac:chgData name="Samia Tahir" userId="f44931ca-6f51-4a43-bfc6-32a687aa5826" providerId="ADAL" clId="{24B98FCD-861F-42BA-8942-A62C06C41194}" dt="2026-02-16T03:43:00.385" v="623" actId="20577"/>
          <ac:spMkLst>
            <pc:docMk/>
            <pc:sldMk cId="0" sldId="261"/>
            <ac:spMk id="3" creationId="{00000000-0000-0000-0000-000000000000}"/>
          </ac:spMkLst>
        </pc:spChg>
      </pc:sldChg>
      <pc:sldChg chg="ord">
        <pc:chgData name="Samia Tahir" userId="f44931ca-6f51-4a43-bfc6-32a687aa5826" providerId="ADAL" clId="{24B98FCD-861F-42BA-8942-A62C06C41194}" dt="2026-02-13T06:45:01.353" v="527"/>
        <pc:sldMkLst>
          <pc:docMk/>
          <pc:sldMk cId="0" sldId="262"/>
        </pc:sldMkLst>
      </pc:sldChg>
      <pc:sldChg chg="modSp mod">
        <pc:chgData name="Samia Tahir" userId="f44931ca-6f51-4a43-bfc6-32a687aa5826" providerId="ADAL" clId="{24B98FCD-861F-42BA-8942-A62C06C41194}" dt="2026-02-16T03:42:26.765" v="601" actId="20577"/>
        <pc:sldMkLst>
          <pc:docMk/>
          <pc:sldMk cId="0" sldId="263"/>
        </pc:sldMkLst>
        <pc:spChg chg="mod">
          <ac:chgData name="Samia Tahir" userId="f44931ca-6f51-4a43-bfc6-32a687aa5826" providerId="ADAL" clId="{24B98FCD-861F-42BA-8942-A62C06C41194}" dt="2026-02-16T03:42:26.765" v="601" actId="20577"/>
          <ac:spMkLst>
            <pc:docMk/>
            <pc:sldMk cId="0" sldId="263"/>
            <ac:spMk id="3" creationId="{00000000-0000-0000-0000-000000000000}"/>
          </ac:spMkLst>
        </pc:spChg>
      </pc:sldChg>
      <pc:sldChg chg="modSp mod">
        <pc:chgData name="Samia Tahir" userId="f44931ca-6f51-4a43-bfc6-32a687aa5826" providerId="ADAL" clId="{24B98FCD-861F-42BA-8942-A62C06C41194}" dt="2026-02-16T03:43:14.984" v="631" actId="20577"/>
        <pc:sldMkLst>
          <pc:docMk/>
          <pc:sldMk cId="0" sldId="264"/>
        </pc:sldMkLst>
        <pc:spChg chg="mod">
          <ac:chgData name="Samia Tahir" userId="f44931ca-6f51-4a43-bfc6-32a687aa5826" providerId="ADAL" clId="{24B98FCD-861F-42BA-8942-A62C06C41194}" dt="2026-02-16T03:43:14.984" v="631" actId="20577"/>
          <ac:spMkLst>
            <pc:docMk/>
            <pc:sldMk cId="0" sldId="264"/>
            <ac:spMk id="3" creationId="{00000000-0000-0000-0000-000000000000}"/>
          </ac:spMkLst>
        </pc:spChg>
      </pc:sldChg>
      <pc:sldChg chg="modSp mod">
        <pc:chgData name="Samia Tahir" userId="f44931ca-6f51-4a43-bfc6-32a687aa5826" providerId="ADAL" clId="{24B98FCD-861F-42BA-8942-A62C06C41194}" dt="2026-02-13T06:45:34.609" v="535" actId="20577"/>
        <pc:sldMkLst>
          <pc:docMk/>
          <pc:sldMk cId="0" sldId="265"/>
        </pc:sldMkLst>
        <pc:spChg chg="mod">
          <ac:chgData name="Samia Tahir" userId="f44931ca-6f51-4a43-bfc6-32a687aa5826" providerId="ADAL" clId="{24B98FCD-861F-42BA-8942-A62C06C41194}" dt="2026-02-13T06:45:34.609" v="535" actId="20577"/>
          <ac:spMkLst>
            <pc:docMk/>
            <pc:sldMk cId="0" sldId="265"/>
            <ac:spMk id="3" creationId="{00000000-0000-0000-0000-000000000000}"/>
          </ac:spMkLst>
        </pc:spChg>
      </pc:sldChg>
      <pc:sldChg chg="modSp mod">
        <pc:chgData name="Samia Tahir" userId="f44931ca-6f51-4a43-bfc6-32a687aa5826" providerId="ADAL" clId="{24B98FCD-861F-42BA-8942-A62C06C41194}" dt="2026-02-10T08:12:44.860" v="3" actId="20577"/>
        <pc:sldMkLst>
          <pc:docMk/>
          <pc:sldMk cId="0" sldId="303"/>
        </pc:sldMkLst>
        <pc:spChg chg="mod">
          <ac:chgData name="Samia Tahir" userId="f44931ca-6f51-4a43-bfc6-32a687aa5826" providerId="ADAL" clId="{24B98FCD-861F-42BA-8942-A62C06C41194}" dt="2026-02-10T08:12:44.860" v="3" actId="20577"/>
          <ac:spMkLst>
            <pc:docMk/>
            <pc:sldMk cId="0" sldId="303"/>
            <ac:spMk id="3089" creationId="{2B6476DE-A71E-E3A4-451E-9150F4BB711F}"/>
          </ac:spMkLst>
        </pc:spChg>
      </pc:sldChg>
      <pc:sldChg chg="modSp mod">
        <pc:chgData name="Samia Tahir" userId="f44931ca-6f51-4a43-bfc6-32a687aa5826" providerId="ADAL" clId="{24B98FCD-861F-42BA-8942-A62C06C41194}" dt="2026-02-17T04:56:37.291" v="648" actId="20577"/>
        <pc:sldMkLst>
          <pc:docMk/>
          <pc:sldMk cId="3546160119" sldId="304"/>
        </pc:sldMkLst>
        <pc:spChg chg="mod">
          <ac:chgData name="Samia Tahir" userId="f44931ca-6f51-4a43-bfc6-32a687aa5826" providerId="ADAL" clId="{24B98FCD-861F-42BA-8942-A62C06C41194}" dt="2026-02-13T06:45:52.475" v="541" actId="20577"/>
          <ac:spMkLst>
            <pc:docMk/>
            <pc:sldMk cId="3546160119" sldId="304"/>
            <ac:spMk id="2" creationId="{8337B974-9932-A2C1-6DD9-3FADE3B2A5A1}"/>
          </ac:spMkLst>
        </pc:spChg>
        <pc:spChg chg="mod">
          <ac:chgData name="Samia Tahir" userId="f44931ca-6f51-4a43-bfc6-32a687aa5826" providerId="ADAL" clId="{24B98FCD-861F-42BA-8942-A62C06C41194}" dt="2026-02-17T04:56:37.291" v="648" actId="20577"/>
          <ac:spMkLst>
            <pc:docMk/>
            <pc:sldMk cId="3546160119" sldId="304"/>
            <ac:spMk id="3" creationId="{47A7D8AD-776B-862B-9D1C-F71DEE588389}"/>
          </ac:spMkLst>
        </pc:spChg>
      </pc:sldChg>
      <pc:sldChg chg="addSp delSp modSp new mod setBg">
        <pc:chgData name="Samia Tahir" userId="f44931ca-6f51-4a43-bfc6-32a687aa5826" providerId="ADAL" clId="{24B98FCD-861F-42BA-8942-A62C06C41194}" dt="2026-02-16T03:36:16.811" v="577" actId="123"/>
        <pc:sldMkLst>
          <pc:docMk/>
          <pc:sldMk cId="2505707031" sldId="306"/>
        </pc:sldMkLst>
        <pc:spChg chg="mod">
          <ac:chgData name="Samia Tahir" userId="f44931ca-6f51-4a43-bfc6-32a687aa5826" providerId="ADAL" clId="{24B98FCD-861F-42BA-8942-A62C06C41194}" dt="2026-02-16T03:36:16.811" v="577" actId="123"/>
          <ac:spMkLst>
            <pc:docMk/>
            <pc:sldMk cId="2505707031" sldId="306"/>
            <ac:spMk id="3" creationId="{7145AB21-EC94-6038-1199-42342EEF49E6}"/>
          </ac:spMkLst>
        </pc:spChg>
        <pc:spChg chg="add">
          <ac:chgData name="Samia Tahir" userId="f44931ca-6f51-4a43-bfc6-32a687aa5826" providerId="ADAL" clId="{24B98FCD-861F-42BA-8942-A62C06C41194}" dt="2026-02-13T06:36:22.882" v="369" actId="26606"/>
          <ac:spMkLst>
            <pc:docMk/>
            <pc:sldMk cId="2505707031" sldId="306"/>
            <ac:spMk id="8" creationId="{09588DA8-065E-4F6F-8EFD-43104AB2E0CF}"/>
          </ac:spMkLst>
        </pc:spChg>
        <pc:spChg chg="add">
          <ac:chgData name="Samia Tahir" userId="f44931ca-6f51-4a43-bfc6-32a687aa5826" providerId="ADAL" clId="{24B98FCD-861F-42BA-8942-A62C06C41194}" dt="2026-02-13T06:36:22.882" v="369" actId="26606"/>
          <ac:spMkLst>
            <pc:docMk/>
            <pc:sldMk cId="2505707031" sldId="306"/>
            <ac:spMk id="10" creationId="{C4285719-470E-454C-AF62-8323075F1F5B}"/>
          </ac:spMkLst>
        </pc:spChg>
        <pc:spChg chg="add">
          <ac:chgData name="Samia Tahir" userId="f44931ca-6f51-4a43-bfc6-32a687aa5826" providerId="ADAL" clId="{24B98FCD-861F-42BA-8942-A62C06C41194}" dt="2026-02-13T06:36:22.882" v="369" actId="26606"/>
          <ac:spMkLst>
            <pc:docMk/>
            <pc:sldMk cId="2505707031" sldId="306"/>
            <ac:spMk id="12" creationId="{CD9FE4EF-C4D8-49A0-B2FF-81D8DB7D8A24}"/>
          </ac:spMkLst>
        </pc:spChg>
        <pc:spChg chg="add">
          <ac:chgData name="Samia Tahir" userId="f44931ca-6f51-4a43-bfc6-32a687aa5826" providerId="ADAL" clId="{24B98FCD-861F-42BA-8942-A62C06C41194}" dt="2026-02-13T06:36:22.882" v="369" actId="26606"/>
          <ac:spMkLst>
            <pc:docMk/>
            <pc:sldMk cId="2505707031" sldId="306"/>
            <ac:spMk id="14" creationId="{4300840D-0A0B-4512-BACA-B439D5B9C57C}"/>
          </ac:spMkLst>
        </pc:spChg>
        <pc:spChg chg="add">
          <ac:chgData name="Samia Tahir" userId="f44931ca-6f51-4a43-bfc6-32a687aa5826" providerId="ADAL" clId="{24B98FCD-861F-42BA-8942-A62C06C41194}" dt="2026-02-13T06:36:22.882" v="369" actId="26606"/>
          <ac:spMkLst>
            <pc:docMk/>
            <pc:sldMk cId="2505707031" sldId="306"/>
            <ac:spMk id="16" creationId="{D2B78728-A580-49A7-84F9-6EF6F583ADE0}"/>
          </ac:spMkLst>
        </pc:spChg>
        <pc:spChg chg="add">
          <ac:chgData name="Samia Tahir" userId="f44931ca-6f51-4a43-bfc6-32a687aa5826" providerId="ADAL" clId="{24B98FCD-861F-42BA-8942-A62C06C41194}" dt="2026-02-13T06:36:22.882" v="369" actId="26606"/>
          <ac:spMkLst>
            <pc:docMk/>
            <pc:sldMk cId="2505707031" sldId="306"/>
            <ac:spMk id="18" creationId="{38FAA1A1-D861-433F-88FA-1E9D6FD31D11}"/>
          </ac:spMkLst>
        </pc:spChg>
        <pc:spChg chg="add">
          <ac:chgData name="Samia Tahir" userId="f44931ca-6f51-4a43-bfc6-32a687aa5826" providerId="ADAL" clId="{24B98FCD-861F-42BA-8942-A62C06C41194}" dt="2026-02-13T06:36:22.882" v="369" actId="26606"/>
          <ac:spMkLst>
            <pc:docMk/>
            <pc:sldMk cId="2505707031" sldId="306"/>
            <ac:spMk id="20" creationId="{8D71EDA1-87BF-4D5D-AB79-F346FD19278A}"/>
          </ac:spMkLst>
        </pc:spChg>
      </pc:sldChg>
      <pc:sldChg chg="addSp delSp modSp new mod setBg">
        <pc:chgData name="Samia Tahir" userId="f44931ca-6f51-4a43-bfc6-32a687aa5826" providerId="ADAL" clId="{24B98FCD-861F-42BA-8942-A62C06C41194}" dt="2026-02-16T03:36:47.302" v="584" actId="27636"/>
        <pc:sldMkLst>
          <pc:docMk/>
          <pc:sldMk cId="1018713745" sldId="307"/>
        </pc:sldMkLst>
        <pc:spChg chg="mod">
          <ac:chgData name="Samia Tahir" userId="f44931ca-6f51-4a43-bfc6-32a687aa5826" providerId="ADAL" clId="{24B98FCD-861F-42BA-8942-A62C06C41194}" dt="2026-02-16T03:36:47.302" v="584" actId="27636"/>
          <ac:spMkLst>
            <pc:docMk/>
            <pc:sldMk cId="1018713745" sldId="307"/>
            <ac:spMk id="3" creationId="{FE8D5EE7-9A81-9FE9-6892-F30FB78D7C4D}"/>
          </ac:spMkLst>
        </pc:spChg>
        <pc:spChg chg="add">
          <ac:chgData name="Samia Tahir" userId="f44931ca-6f51-4a43-bfc6-32a687aa5826" providerId="ADAL" clId="{24B98FCD-861F-42BA-8942-A62C06C41194}" dt="2026-02-13T06:36:30.444" v="370" actId="26606"/>
          <ac:spMkLst>
            <pc:docMk/>
            <pc:sldMk cId="1018713745" sldId="307"/>
            <ac:spMk id="9" creationId="{F944E337-3E5D-4A1F-A5A1-2057F25B8A7B}"/>
          </ac:spMkLst>
        </pc:spChg>
        <pc:spChg chg="add">
          <ac:chgData name="Samia Tahir" userId="f44931ca-6f51-4a43-bfc6-32a687aa5826" providerId="ADAL" clId="{24B98FCD-861F-42BA-8942-A62C06C41194}" dt="2026-02-13T06:36:30.444" v="370" actId="26606"/>
          <ac:spMkLst>
            <pc:docMk/>
            <pc:sldMk cId="1018713745" sldId="307"/>
            <ac:spMk id="11" creationId="{4DA50D69-7CF7-4844-B844-A2B821C77F24}"/>
          </ac:spMkLst>
        </pc:spChg>
        <pc:picChg chg="add">
          <ac:chgData name="Samia Tahir" userId="f44931ca-6f51-4a43-bfc6-32a687aa5826" providerId="ADAL" clId="{24B98FCD-861F-42BA-8942-A62C06C41194}" dt="2026-02-13T06:36:30.444" v="370" actId="26606"/>
          <ac:picMkLst>
            <pc:docMk/>
            <pc:sldMk cId="1018713745" sldId="307"/>
            <ac:picMk id="5" creationId="{15AD6D69-8192-2C98-4E10-3845568EE883}"/>
          </ac:picMkLst>
        </pc:picChg>
      </pc:sldChg>
      <pc:sldChg chg="modSp new mod ord">
        <pc:chgData name="Samia Tahir" userId="f44931ca-6f51-4a43-bfc6-32a687aa5826" providerId="ADAL" clId="{24B98FCD-861F-42BA-8942-A62C06C41194}" dt="2026-02-13T06:43:50.210" v="518" actId="20577"/>
        <pc:sldMkLst>
          <pc:docMk/>
          <pc:sldMk cId="885738256" sldId="308"/>
        </pc:sldMkLst>
        <pc:spChg chg="mod">
          <ac:chgData name="Samia Tahir" userId="f44931ca-6f51-4a43-bfc6-32a687aa5826" providerId="ADAL" clId="{24B98FCD-861F-42BA-8942-A62C06C41194}" dt="2026-02-13T06:24:58.012" v="187" actId="20577"/>
          <ac:spMkLst>
            <pc:docMk/>
            <pc:sldMk cId="885738256" sldId="308"/>
            <ac:spMk id="2" creationId="{7294B913-EDCB-01CB-C710-DEDBB8B9DFBB}"/>
          </ac:spMkLst>
        </pc:spChg>
        <pc:spChg chg="mod">
          <ac:chgData name="Samia Tahir" userId="f44931ca-6f51-4a43-bfc6-32a687aa5826" providerId="ADAL" clId="{24B98FCD-861F-42BA-8942-A62C06C41194}" dt="2026-02-13T06:43:50.210" v="518" actId="20577"/>
          <ac:spMkLst>
            <pc:docMk/>
            <pc:sldMk cId="885738256" sldId="308"/>
            <ac:spMk id="3" creationId="{DBB2C652-7B6D-D6BB-B7B9-724B996CA445}"/>
          </ac:spMkLst>
        </pc:spChg>
      </pc:sldChg>
      <pc:sldChg chg="addSp delSp modSp new mod ord setBg">
        <pc:chgData name="Samia Tahir" userId="f44931ca-6f51-4a43-bfc6-32a687aa5826" providerId="ADAL" clId="{24B98FCD-861F-42BA-8942-A62C06C41194}" dt="2026-02-13T06:38:45.471" v="436"/>
        <pc:sldMkLst>
          <pc:docMk/>
          <pc:sldMk cId="3612354629" sldId="309"/>
        </pc:sldMkLst>
        <pc:spChg chg="add">
          <ac:chgData name="Samia Tahir" userId="f44931ca-6f51-4a43-bfc6-32a687aa5826" providerId="ADAL" clId="{24B98FCD-861F-42BA-8942-A62C06C41194}" dt="2026-02-13T06:28:36.183" v="268" actId="26606"/>
          <ac:spMkLst>
            <pc:docMk/>
            <pc:sldMk cId="3612354629" sldId="309"/>
            <ac:spMk id="10" creationId="{AB8C311F-7253-4AED-9701-7FC0708C41C7}"/>
          </ac:spMkLst>
        </pc:spChg>
        <pc:spChg chg="add">
          <ac:chgData name="Samia Tahir" userId="f44931ca-6f51-4a43-bfc6-32a687aa5826" providerId="ADAL" clId="{24B98FCD-861F-42BA-8942-A62C06C41194}" dt="2026-02-13T06:28:36.183" v="268" actId="26606"/>
          <ac:spMkLst>
            <pc:docMk/>
            <pc:sldMk cId="3612354629" sldId="309"/>
            <ac:spMk id="16" creationId="{A8D57A06-A426-446D-B02C-A2DC6B62E45E}"/>
          </ac:spMkLst>
        </pc:spChg>
        <pc:spChg chg="add">
          <ac:chgData name="Samia Tahir" userId="f44931ca-6f51-4a43-bfc6-32a687aa5826" providerId="ADAL" clId="{24B98FCD-861F-42BA-8942-A62C06C41194}" dt="2026-02-13T06:28:36.183" v="268" actId="26606"/>
          <ac:spMkLst>
            <pc:docMk/>
            <pc:sldMk cId="3612354629" sldId="309"/>
            <ac:spMk id="17" creationId="{E2384209-CB15-4CDF-9D31-C44FD9A3F20D}"/>
          </ac:spMkLst>
        </pc:spChg>
        <pc:spChg chg="add">
          <ac:chgData name="Samia Tahir" userId="f44931ca-6f51-4a43-bfc6-32a687aa5826" providerId="ADAL" clId="{24B98FCD-861F-42BA-8942-A62C06C41194}" dt="2026-02-13T06:28:36.183" v="268" actId="26606"/>
          <ac:spMkLst>
            <pc:docMk/>
            <pc:sldMk cId="3612354629" sldId="309"/>
            <ac:spMk id="18" creationId="{2633B3B5-CC90-43F0-8714-D31D1F3F0209}"/>
          </ac:spMkLst>
        </pc:spChg>
        <pc:picChg chg="add mod ord">
          <ac:chgData name="Samia Tahir" userId="f44931ca-6f51-4a43-bfc6-32a687aa5826" providerId="ADAL" clId="{24B98FCD-861F-42BA-8942-A62C06C41194}" dt="2026-02-13T06:28:36.183" v="268" actId="26606"/>
          <ac:picMkLst>
            <pc:docMk/>
            <pc:sldMk cId="3612354629" sldId="309"/>
            <ac:picMk id="5" creationId="{40CAD78B-4A86-8026-321C-37B81D1BB829}"/>
          </ac:picMkLst>
        </pc:picChg>
      </pc:sldChg>
      <pc:sldChg chg="addSp delSp modSp new mod ord setBg">
        <pc:chgData name="Samia Tahir" userId="f44931ca-6f51-4a43-bfc6-32a687aa5826" providerId="ADAL" clId="{24B98FCD-861F-42BA-8942-A62C06C41194}" dt="2026-02-13T06:38:34.784" v="434" actId="255"/>
        <pc:sldMkLst>
          <pc:docMk/>
          <pc:sldMk cId="2118839850" sldId="310"/>
        </pc:sldMkLst>
        <pc:spChg chg="mod">
          <ac:chgData name="Samia Tahir" userId="f44931ca-6f51-4a43-bfc6-32a687aa5826" providerId="ADAL" clId="{24B98FCD-861F-42BA-8942-A62C06C41194}" dt="2026-02-13T06:38:34.784" v="434" actId="255"/>
          <ac:spMkLst>
            <pc:docMk/>
            <pc:sldMk cId="2118839850" sldId="310"/>
            <ac:spMk id="3" creationId="{60C76AA8-79AD-DF3D-FBDD-F61BF527EEEC}"/>
          </ac:spMkLst>
        </pc:spChg>
        <pc:spChg chg="add">
          <ac:chgData name="Samia Tahir" userId="f44931ca-6f51-4a43-bfc6-32a687aa5826" providerId="ADAL" clId="{24B98FCD-861F-42BA-8942-A62C06C41194}" dt="2026-02-13T06:38:21.550" v="432" actId="26606"/>
          <ac:spMkLst>
            <pc:docMk/>
            <pc:sldMk cId="2118839850" sldId="310"/>
            <ac:spMk id="9" creationId="{F944E337-3E5D-4A1F-A5A1-2057F25B8A7B}"/>
          </ac:spMkLst>
        </pc:spChg>
        <pc:spChg chg="add">
          <ac:chgData name="Samia Tahir" userId="f44931ca-6f51-4a43-bfc6-32a687aa5826" providerId="ADAL" clId="{24B98FCD-861F-42BA-8942-A62C06C41194}" dt="2026-02-13T06:38:21.550" v="432" actId="26606"/>
          <ac:spMkLst>
            <pc:docMk/>
            <pc:sldMk cId="2118839850" sldId="310"/>
            <ac:spMk id="11" creationId="{4DA50D69-7CF7-4844-B844-A2B821C77F24}"/>
          </ac:spMkLst>
        </pc:spChg>
        <pc:picChg chg="add">
          <ac:chgData name="Samia Tahir" userId="f44931ca-6f51-4a43-bfc6-32a687aa5826" providerId="ADAL" clId="{24B98FCD-861F-42BA-8942-A62C06C41194}" dt="2026-02-13T06:38:21.550" v="432" actId="26606"/>
          <ac:picMkLst>
            <pc:docMk/>
            <pc:sldMk cId="2118839850" sldId="310"/>
            <ac:picMk id="5" creationId="{21C952E7-7780-84CE-7BD8-E967B6206E7A}"/>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3EC84195-724C-4D2B-836D-253865CE486E}"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C0242FD3-3D2F-4FA4-B7E1-768CE8418937}">
      <dgm:prSet/>
      <dgm:spPr/>
      <dgm:t>
        <a:bodyPr/>
        <a:lstStyle/>
        <a:p>
          <a:r>
            <a:rPr lang="en-US"/>
            <a:t>- Tools like Grammarly, ChatGPT, Deepseek and Scrivener.</a:t>
          </a:r>
        </a:p>
      </dgm:t>
    </dgm:pt>
    <dgm:pt modelId="{428CB1C9-7093-4F0C-82C7-D24B3677A7AD}" type="parTrans" cxnId="{C3531967-1D59-45DF-8557-FDA755EAE93F}">
      <dgm:prSet/>
      <dgm:spPr/>
      <dgm:t>
        <a:bodyPr/>
        <a:lstStyle/>
        <a:p>
          <a:endParaRPr lang="en-US"/>
        </a:p>
      </dgm:t>
    </dgm:pt>
    <dgm:pt modelId="{A83F8788-EE9C-4CDC-ADA2-C3A07DF6776A}" type="sibTrans" cxnId="{C3531967-1D59-45DF-8557-FDA755EAE93F}">
      <dgm:prSet/>
      <dgm:spPr/>
      <dgm:t>
        <a:bodyPr/>
        <a:lstStyle/>
        <a:p>
          <a:endParaRPr lang="en-US"/>
        </a:p>
      </dgm:t>
    </dgm:pt>
    <dgm:pt modelId="{1BFAFB89-40FB-4BC8-AD9E-9259A8570B3E}">
      <dgm:prSet/>
      <dgm:spPr/>
      <dgm:t>
        <a:bodyPr/>
        <a:lstStyle/>
        <a:p>
          <a:r>
            <a:rPr lang="en-US"/>
            <a:t>- Helps refine ideas and ensure coherence.</a:t>
          </a:r>
        </a:p>
      </dgm:t>
    </dgm:pt>
    <dgm:pt modelId="{525BBDE5-A7CC-47EC-A1B6-D1941F588266}" type="parTrans" cxnId="{EE156C16-FF1E-4750-9E39-C22B0FFEFE09}">
      <dgm:prSet/>
      <dgm:spPr/>
      <dgm:t>
        <a:bodyPr/>
        <a:lstStyle/>
        <a:p>
          <a:endParaRPr lang="en-US"/>
        </a:p>
      </dgm:t>
    </dgm:pt>
    <dgm:pt modelId="{C4EC4E80-CC41-426F-AE36-4DFAB9CEEB14}" type="sibTrans" cxnId="{EE156C16-FF1E-4750-9E39-C22B0FFEFE09}">
      <dgm:prSet/>
      <dgm:spPr/>
      <dgm:t>
        <a:bodyPr/>
        <a:lstStyle/>
        <a:p>
          <a:endParaRPr lang="en-US"/>
        </a:p>
      </dgm:t>
    </dgm:pt>
    <dgm:pt modelId="{77DBE7CE-F812-4269-B9B8-6AE0FBD1D59D}">
      <dgm:prSet/>
      <dgm:spPr/>
      <dgm:t>
        <a:bodyPr/>
        <a:lstStyle/>
        <a:p>
          <a:r>
            <a:rPr lang="en-US"/>
            <a:t>- Overcomes writer’s block.</a:t>
          </a:r>
        </a:p>
      </dgm:t>
    </dgm:pt>
    <dgm:pt modelId="{502BD44C-05B0-4173-99E5-AA89737BE756}" type="parTrans" cxnId="{3A251ED2-F912-433F-B885-8AC79259B01C}">
      <dgm:prSet/>
      <dgm:spPr/>
      <dgm:t>
        <a:bodyPr/>
        <a:lstStyle/>
        <a:p>
          <a:endParaRPr lang="en-US"/>
        </a:p>
      </dgm:t>
    </dgm:pt>
    <dgm:pt modelId="{BDC27FF6-00A2-43B3-B49B-31B45F4BB6C1}" type="sibTrans" cxnId="{3A251ED2-F912-433F-B885-8AC79259B01C}">
      <dgm:prSet/>
      <dgm:spPr/>
      <dgm:t>
        <a:bodyPr/>
        <a:lstStyle/>
        <a:p>
          <a:endParaRPr lang="en-US"/>
        </a:p>
      </dgm:t>
    </dgm:pt>
    <dgm:pt modelId="{AD9DC072-F161-49E2-9A3B-88F43C10B65D}">
      <dgm:prSet/>
      <dgm:spPr/>
      <dgm:t>
        <a:bodyPr/>
        <a:lstStyle/>
        <a:p>
          <a:r>
            <a:rPr lang="en-US"/>
            <a:t>- Provides automated suggestions for improvement.</a:t>
          </a:r>
        </a:p>
      </dgm:t>
    </dgm:pt>
    <dgm:pt modelId="{3572335D-DEBD-4249-A3DD-B781608EEC91}" type="parTrans" cxnId="{EC995E69-1768-44ED-8BB4-17BCEDAFB990}">
      <dgm:prSet/>
      <dgm:spPr/>
      <dgm:t>
        <a:bodyPr/>
        <a:lstStyle/>
        <a:p>
          <a:endParaRPr lang="en-US"/>
        </a:p>
      </dgm:t>
    </dgm:pt>
    <dgm:pt modelId="{ACC4AFD4-B593-4FB4-BE67-D1CF4A182763}" type="sibTrans" cxnId="{EC995E69-1768-44ED-8BB4-17BCEDAFB990}">
      <dgm:prSet/>
      <dgm:spPr/>
      <dgm:t>
        <a:bodyPr/>
        <a:lstStyle/>
        <a:p>
          <a:endParaRPr lang="en-US"/>
        </a:p>
      </dgm:t>
    </dgm:pt>
    <dgm:pt modelId="{1CE2FDAA-E3CA-4CE8-81C5-BC2D8256E2AE}" type="pres">
      <dgm:prSet presAssocID="{3EC84195-724C-4D2B-836D-253865CE486E}" presName="root" presStyleCnt="0">
        <dgm:presLayoutVars>
          <dgm:dir/>
          <dgm:resizeHandles val="exact"/>
        </dgm:presLayoutVars>
      </dgm:prSet>
      <dgm:spPr/>
    </dgm:pt>
    <dgm:pt modelId="{B349F5B8-526D-4576-BD21-2D7C185AECA0}" type="pres">
      <dgm:prSet presAssocID="{3EC84195-724C-4D2B-836D-253865CE486E}" presName="container" presStyleCnt="0">
        <dgm:presLayoutVars>
          <dgm:dir/>
          <dgm:resizeHandles val="exact"/>
        </dgm:presLayoutVars>
      </dgm:prSet>
      <dgm:spPr/>
    </dgm:pt>
    <dgm:pt modelId="{7CCD6D5F-97FC-47AB-A32C-FEC8AC109724}" type="pres">
      <dgm:prSet presAssocID="{C0242FD3-3D2F-4FA4-B7E1-768CE8418937}" presName="compNode" presStyleCnt="0"/>
      <dgm:spPr/>
    </dgm:pt>
    <dgm:pt modelId="{7AEF7E68-77CD-4AE6-B092-083C4D2DF124}" type="pres">
      <dgm:prSet presAssocID="{C0242FD3-3D2F-4FA4-B7E1-768CE8418937}" presName="iconBgRect" presStyleLbl="bgShp" presStyleIdx="0" presStyleCnt="4"/>
      <dgm:spPr/>
    </dgm:pt>
    <dgm:pt modelId="{5F937B5F-1705-49B6-8644-5037D6415C23}" type="pres">
      <dgm:prSet presAssocID="{C0242FD3-3D2F-4FA4-B7E1-768CE841893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058D3A6F-6A16-4DDE-A21E-6960080C5AD3}" type="pres">
      <dgm:prSet presAssocID="{C0242FD3-3D2F-4FA4-B7E1-768CE8418937}" presName="spaceRect" presStyleCnt="0"/>
      <dgm:spPr/>
    </dgm:pt>
    <dgm:pt modelId="{A62ADBE1-F1CF-48C0-ABB3-F39C34C905AE}" type="pres">
      <dgm:prSet presAssocID="{C0242FD3-3D2F-4FA4-B7E1-768CE8418937}" presName="textRect" presStyleLbl="revTx" presStyleIdx="0" presStyleCnt="4">
        <dgm:presLayoutVars>
          <dgm:chMax val="1"/>
          <dgm:chPref val="1"/>
        </dgm:presLayoutVars>
      </dgm:prSet>
      <dgm:spPr/>
    </dgm:pt>
    <dgm:pt modelId="{AC341756-C429-485D-8E64-B932B37A992A}" type="pres">
      <dgm:prSet presAssocID="{A83F8788-EE9C-4CDC-ADA2-C3A07DF6776A}" presName="sibTrans" presStyleLbl="sibTrans2D1" presStyleIdx="0" presStyleCnt="0"/>
      <dgm:spPr/>
    </dgm:pt>
    <dgm:pt modelId="{FEC54E7B-1B1C-4D20-A414-C24D9B2DFA89}" type="pres">
      <dgm:prSet presAssocID="{1BFAFB89-40FB-4BC8-AD9E-9259A8570B3E}" presName="compNode" presStyleCnt="0"/>
      <dgm:spPr/>
    </dgm:pt>
    <dgm:pt modelId="{683E1C66-D126-45BD-B347-18FA10E79CDB}" type="pres">
      <dgm:prSet presAssocID="{1BFAFB89-40FB-4BC8-AD9E-9259A8570B3E}" presName="iconBgRect" presStyleLbl="bgShp" presStyleIdx="1" presStyleCnt="4"/>
      <dgm:spPr/>
    </dgm:pt>
    <dgm:pt modelId="{381FDF34-367B-4942-AD58-71E265DB6FE8}" type="pres">
      <dgm:prSet presAssocID="{1BFAFB89-40FB-4BC8-AD9E-9259A8570B3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ightbulb"/>
        </a:ext>
      </dgm:extLst>
    </dgm:pt>
    <dgm:pt modelId="{5280DA91-A8C2-4C35-9D41-0DF805CE3ABE}" type="pres">
      <dgm:prSet presAssocID="{1BFAFB89-40FB-4BC8-AD9E-9259A8570B3E}" presName="spaceRect" presStyleCnt="0"/>
      <dgm:spPr/>
    </dgm:pt>
    <dgm:pt modelId="{A83512DF-D372-49ED-93F7-B79D54AB8AE3}" type="pres">
      <dgm:prSet presAssocID="{1BFAFB89-40FB-4BC8-AD9E-9259A8570B3E}" presName="textRect" presStyleLbl="revTx" presStyleIdx="1" presStyleCnt="4">
        <dgm:presLayoutVars>
          <dgm:chMax val="1"/>
          <dgm:chPref val="1"/>
        </dgm:presLayoutVars>
      </dgm:prSet>
      <dgm:spPr/>
    </dgm:pt>
    <dgm:pt modelId="{7512DB59-6B75-4B8C-BC4F-53D4C079393F}" type="pres">
      <dgm:prSet presAssocID="{C4EC4E80-CC41-426F-AE36-4DFAB9CEEB14}" presName="sibTrans" presStyleLbl="sibTrans2D1" presStyleIdx="0" presStyleCnt="0"/>
      <dgm:spPr/>
    </dgm:pt>
    <dgm:pt modelId="{206DBF10-72FB-4BAC-9EFE-1465415DE27D}" type="pres">
      <dgm:prSet presAssocID="{77DBE7CE-F812-4269-B9B8-6AE0FBD1D59D}" presName="compNode" presStyleCnt="0"/>
      <dgm:spPr/>
    </dgm:pt>
    <dgm:pt modelId="{2ADCD278-816E-47FA-9998-B7D57E1A5480}" type="pres">
      <dgm:prSet presAssocID="{77DBE7CE-F812-4269-B9B8-6AE0FBD1D59D}" presName="iconBgRect" presStyleLbl="bgShp" presStyleIdx="2" presStyleCnt="4"/>
      <dgm:spPr/>
    </dgm:pt>
    <dgm:pt modelId="{8D03819E-175A-48AA-8068-42D6665DCF82}" type="pres">
      <dgm:prSet presAssocID="{77DBE7CE-F812-4269-B9B8-6AE0FBD1D59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ypewriter"/>
        </a:ext>
      </dgm:extLst>
    </dgm:pt>
    <dgm:pt modelId="{87DAFA72-F921-404D-BDEA-E98223539AC2}" type="pres">
      <dgm:prSet presAssocID="{77DBE7CE-F812-4269-B9B8-6AE0FBD1D59D}" presName="spaceRect" presStyleCnt="0"/>
      <dgm:spPr/>
    </dgm:pt>
    <dgm:pt modelId="{FCBD0518-F655-45AF-9273-5C71B58062AE}" type="pres">
      <dgm:prSet presAssocID="{77DBE7CE-F812-4269-B9B8-6AE0FBD1D59D}" presName="textRect" presStyleLbl="revTx" presStyleIdx="2" presStyleCnt="4">
        <dgm:presLayoutVars>
          <dgm:chMax val="1"/>
          <dgm:chPref val="1"/>
        </dgm:presLayoutVars>
      </dgm:prSet>
      <dgm:spPr/>
    </dgm:pt>
    <dgm:pt modelId="{7DB6BBB5-BB99-49DF-AFB9-522CF3B27432}" type="pres">
      <dgm:prSet presAssocID="{BDC27FF6-00A2-43B3-B49B-31B45F4BB6C1}" presName="sibTrans" presStyleLbl="sibTrans2D1" presStyleIdx="0" presStyleCnt="0"/>
      <dgm:spPr/>
    </dgm:pt>
    <dgm:pt modelId="{92274753-D026-4313-B6F6-D118D3BAE5DD}" type="pres">
      <dgm:prSet presAssocID="{AD9DC072-F161-49E2-9A3B-88F43C10B65D}" presName="compNode" presStyleCnt="0"/>
      <dgm:spPr/>
    </dgm:pt>
    <dgm:pt modelId="{9F2B66E3-7A87-4315-882A-D7069A1E7F09}" type="pres">
      <dgm:prSet presAssocID="{AD9DC072-F161-49E2-9A3B-88F43C10B65D}" presName="iconBgRect" presStyleLbl="bgShp" presStyleIdx="3" presStyleCnt="4"/>
      <dgm:spPr/>
    </dgm:pt>
    <dgm:pt modelId="{751F2D4F-DB2D-4C50-8D61-B7A57524D8F1}" type="pres">
      <dgm:prSet presAssocID="{AD9DC072-F161-49E2-9A3B-88F43C10B65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obot"/>
        </a:ext>
      </dgm:extLst>
    </dgm:pt>
    <dgm:pt modelId="{FED3A742-30DA-4023-9ACD-4EED914868F1}" type="pres">
      <dgm:prSet presAssocID="{AD9DC072-F161-49E2-9A3B-88F43C10B65D}" presName="spaceRect" presStyleCnt="0"/>
      <dgm:spPr/>
    </dgm:pt>
    <dgm:pt modelId="{DD780E7F-9781-412E-AD64-74C816767798}" type="pres">
      <dgm:prSet presAssocID="{AD9DC072-F161-49E2-9A3B-88F43C10B65D}" presName="textRect" presStyleLbl="revTx" presStyleIdx="3" presStyleCnt="4">
        <dgm:presLayoutVars>
          <dgm:chMax val="1"/>
          <dgm:chPref val="1"/>
        </dgm:presLayoutVars>
      </dgm:prSet>
      <dgm:spPr/>
    </dgm:pt>
  </dgm:ptLst>
  <dgm:cxnLst>
    <dgm:cxn modelId="{80274413-EA1A-4E1D-8A63-9C843C94A199}" type="presOf" srcId="{BDC27FF6-00A2-43B3-B49B-31B45F4BB6C1}" destId="{7DB6BBB5-BB99-49DF-AFB9-522CF3B27432}" srcOrd="0" destOrd="0" presId="urn:microsoft.com/office/officeart/2018/2/layout/IconCircleList"/>
    <dgm:cxn modelId="{EE156C16-FF1E-4750-9E39-C22B0FFEFE09}" srcId="{3EC84195-724C-4D2B-836D-253865CE486E}" destId="{1BFAFB89-40FB-4BC8-AD9E-9259A8570B3E}" srcOrd="1" destOrd="0" parTransId="{525BBDE5-A7CC-47EC-A1B6-D1941F588266}" sibTransId="{C4EC4E80-CC41-426F-AE36-4DFAB9CEEB14}"/>
    <dgm:cxn modelId="{D3D48F18-9BEF-4C69-8F04-0CF5A5C7AE94}" type="presOf" srcId="{A83F8788-EE9C-4CDC-ADA2-C3A07DF6776A}" destId="{AC341756-C429-485D-8E64-B932B37A992A}" srcOrd="0" destOrd="0" presId="urn:microsoft.com/office/officeart/2018/2/layout/IconCircleList"/>
    <dgm:cxn modelId="{C3531967-1D59-45DF-8557-FDA755EAE93F}" srcId="{3EC84195-724C-4D2B-836D-253865CE486E}" destId="{C0242FD3-3D2F-4FA4-B7E1-768CE8418937}" srcOrd="0" destOrd="0" parTransId="{428CB1C9-7093-4F0C-82C7-D24B3677A7AD}" sibTransId="{A83F8788-EE9C-4CDC-ADA2-C3A07DF6776A}"/>
    <dgm:cxn modelId="{EC995E69-1768-44ED-8BB4-17BCEDAFB990}" srcId="{3EC84195-724C-4D2B-836D-253865CE486E}" destId="{AD9DC072-F161-49E2-9A3B-88F43C10B65D}" srcOrd="3" destOrd="0" parTransId="{3572335D-DEBD-4249-A3DD-B781608EEC91}" sibTransId="{ACC4AFD4-B593-4FB4-BE67-D1CF4A182763}"/>
    <dgm:cxn modelId="{DB00F3B1-E24D-4125-8BFA-1303EA454B86}" type="presOf" srcId="{C4EC4E80-CC41-426F-AE36-4DFAB9CEEB14}" destId="{7512DB59-6B75-4B8C-BC4F-53D4C079393F}" srcOrd="0" destOrd="0" presId="urn:microsoft.com/office/officeart/2018/2/layout/IconCircleList"/>
    <dgm:cxn modelId="{5CEDA7BF-261A-4F0A-8070-04AE394AE3B4}" type="presOf" srcId="{77DBE7CE-F812-4269-B9B8-6AE0FBD1D59D}" destId="{FCBD0518-F655-45AF-9273-5C71B58062AE}" srcOrd="0" destOrd="0" presId="urn:microsoft.com/office/officeart/2018/2/layout/IconCircleList"/>
    <dgm:cxn modelId="{3A251ED2-F912-433F-B885-8AC79259B01C}" srcId="{3EC84195-724C-4D2B-836D-253865CE486E}" destId="{77DBE7CE-F812-4269-B9B8-6AE0FBD1D59D}" srcOrd="2" destOrd="0" parTransId="{502BD44C-05B0-4173-99E5-AA89737BE756}" sibTransId="{BDC27FF6-00A2-43B3-B49B-31B45F4BB6C1}"/>
    <dgm:cxn modelId="{6E374CD3-6FAE-4114-B88F-C5267F7CE596}" type="presOf" srcId="{AD9DC072-F161-49E2-9A3B-88F43C10B65D}" destId="{DD780E7F-9781-412E-AD64-74C816767798}" srcOrd="0" destOrd="0" presId="urn:microsoft.com/office/officeart/2018/2/layout/IconCircleList"/>
    <dgm:cxn modelId="{43BBFAE0-0BE6-4625-8538-25586DB5D6EE}" type="presOf" srcId="{3EC84195-724C-4D2B-836D-253865CE486E}" destId="{1CE2FDAA-E3CA-4CE8-81C5-BC2D8256E2AE}" srcOrd="0" destOrd="0" presId="urn:microsoft.com/office/officeart/2018/2/layout/IconCircleList"/>
    <dgm:cxn modelId="{323582E5-C258-4542-9CCA-A971D1838E23}" type="presOf" srcId="{1BFAFB89-40FB-4BC8-AD9E-9259A8570B3E}" destId="{A83512DF-D372-49ED-93F7-B79D54AB8AE3}" srcOrd="0" destOrd="0" presId="urn:microsoft.com/office/officeart/2018/2/layout/IconCircleList"/>
    <dgm:cxn modelId="{47F73BED-64A4-475D-BA5E-81197EAE70F7}" type="presOf" srcId="{C0242FD3-3D2F-4FA4-B7E1-768CE8418937}" destId="{A62ADBE1-F1CF-48C0-ABB3-F39C34C905AE}" srcOrd="0" destOrd="0" presId="urn:microsoft.com/office/officeart/2018/2/layout/IconCircleList"/>
    <dgm:cxn modelId="{72D166D6-6D1E-4A5B-9E82-0E8BBE5A321F}" type="presParOf" srcId="{1CE2FDAA-E3CA-4CE8-81C5-BC2D8256E2AE}" destId="{B349F5B8-526D-4576-BD21-2D7C185AECA0}" srcOrd="0" destOrd="0" presId="urn:microsoft.com/office/officeart/2018/2/layout/IconCircleList"/>
    <dgm:cxn modelId="{889C6EF7-776E-4419-BA7E-97B23FD89AE8}" type="presParOf" srcId="{B349F5B8-526D-4576-BD21-2D7C185AECA0}" destId="{7CCD6D5F-97FC-47AB-A32C-FEC8AC109724}" srcOrd="0" destOrd="0" presId="urn:microsoft.com/office/officeart/2018/2/layout/IconCircleList"/>
    <dgm:cxn modelId="{77725053-3122-42A5-96CC-1941BC6B9B01}" type="presParOf" srcId="{7CCD6D5F-97FC-47AB-A32C-FEC8AC109724}" destId="{7AEF7E68-77CD-4AE6-B092-083C4D2DF124}" srcOrd="0" destOrd="0" presId="urn:microsoft.com/office/officeart/2018/2/layout/IconCircleList"/>
    <dgm:cxn modelId="{237F8D05-5059-480C-B029-0198A5AAEFB8}" type="presParOf" srcId="{7CCD6D5F-97FC-47AB-A32C-FEC8AC109724}" destId="{5F937B5F-1705-49B6-8644-5037D6415C23}" srcOrd="1" destOrd="0" presId="urn:microsoft.com/office/officeart/2018/2/layout/IconCircleList"/>
    <dgm:cxn modelId="{7ECB9C5A-7B18-4ED3-8383-D2C2A842A9B0}" type="presParOf" srcId="{7CCD6D5F-97FC-47AB-A32C-FEC8AC109724}" destId="{058D3A6F-6A16-4DDE-A21E-6960080C5AD3}" srcOrd="2" destOrd="0" presId="urn:microsoft.com/office/officeart/2018/2/layout/IconCircleList"/>
    <dgm:cxn modelId="{8CF75B3F-43AB-4C4D-91FC-FF8BED14BF34}" type="presParOf" srcId="{7CCD6D5F-97FC-47AB-A32C-FEC8AC109724}" destId="{A62ADBE1-F1CF-48C0-ABB3-F39C34C905AE}" srcOrd="3" destOrd="0" presId="urn:microsoft.com/office/officeart/2018/2/layout/IconCircleList"/>
    <dgm:cxn modelId="{62F65F77-5EE8-4900-892A-E2DFF1A7F132}" type="presParOf" srcId="{B349F5B8-526D-4576-BD21-2D7C185AECA0}" destId="{AC341756-C429-485D-8E64-B932B37A992A}" srcOrd="1" destOrd="0" presId="urn:microsoft.com/office/officeart/2018/2/layout/IconCircleList"/>
    <dgm:cxn modelId="{158EDE63-6E76-40AC-AA5D-F17F255D2068}" type="presParOf" srcId="{B349F5B8-526D-4576-BD21-2D7C185AECA0}" destId="{FEC54E7B-1B1C-4D20-A414-C24D9B2DFA89}" srcOrd="2" destOrd="0" presId="urn:microsoft.com/office/officeart/2018/2/layout/IconCircleList"/>
    <dgm:cxn modelId="{D038E5BD-7B6B-4E0D-A181-BDCA57A1937F}" type="presParOf" srcId="{FEC54E7B-1B1C-4D20-A414-C24D9B2DFA89}" destId="{683E1C66-D126-45BD-B347-18FA10E79CDB}" srcOrd="0" destOrd="0" presId="urn:microsoft.com/office/officeart/2018/2/layout/IconCircleList"/>
    <dgm:cxn modelId="{7B3823A7-0702-44FB-BD4A-56AE03A9E919}" type="presParOf" srcId="{FEC54E7B-1B1C-4D20-A414-C24D9B2DFA89}" destId="{381FDF34-367B-4942-AD58-71E265DB6FE8}" srcOrd="1" destOrd="0" presId="urn:microsoft.com/office/officeart/2018/2/layout/IconCircleList"/>
    <dgm:cxn modelId="{F8281B1C-71BB-414D-BADA-3B56B3A4B2C9}" type="presParOf" srcId="{FEC54E7B-1B1C-4D20-A414-C24D9B2DFA89}" destId="{5280DA91-A8C2-4C35-9D41-0DF805CE3ABE}" srcOrd="2" destOrd="0" presId="urn:microsoft.com/office/officeart/2018/2/layout/IconCircleList"/>
    <dgm:cxn modelId="{D225B321-17C0-43FE-A81D-613A777A5315}" type="presParOf" srcId="{FEC54E7B-1B1C-4D20-A414-C24D9B2DFA89}" destId="{A83512DF-D372-49ED-93F7-B79D54AB8AE3}" srcOrd="3" destOrd="0" presId="urn:microsoft.com/office/officeart/2018/2/layout/IconCircleList"/>
    <dgm:cxn modelId="{0BF52D76-A866-4DAD-9756-EB8D0BFB4C91}" type="presParOf" srcId="{B349F5B8-526D-4576-BD21-2D7C185AECA0}" destId="{7512DB59-6B75-4B8C-BC4F-53D4C079393F}" srcOrd="3" destOrd="0" presId="urn:microsoft.com/office/officeart/2018/2/layout/IconCircleList"/>
    <dgm:cxn modelId="{DDD59A10-A2A2-4DDE-844F-62B3AF87BB99}" type="presParOf" srcId="{B349F5B8-526D-4576-BD21-2D7C185AECA0}" destId="{206DBF10-72FB-4BAC-9EFE-1465415DE27D}" srcOrd="4" destOrd="0" presId="urn:microsoft.com/office/officeart/2018/2/layout/IconCircleList"/>
    <dgm:cxn modelId="{A29FE0C8-6F08-4957-B098-E3DFD4D9F54C}" type="presParOf" srcId="{206DBF10-72FB-4BAC-9EFE-1465415DE27D}" destId="{2ADCD278-816E-47FA-9998-B7D57E1A5480}" srcOrd="0" destOrd="0" presId="urn:microsoft.com/office/officeart/2018/2/layout/IconCircleList"/>
    <dgm:cxn modelId="{73ABBFDA-45A6-453A-8A1B-44490231F18E}" type="presParOf" srcId="{206DBF10-72FB-4BAC-9EFE-1465415DE27D}" destId="{8D03819E-175A-48AA-8068-42D6665DCF82}" srcOrd="1" destOrd="0" presId="urn:microsoft.com/office/officeart/2018/2/layout/IconCircleList"/>
    <dgm:cxn modelId="{7A286EB4-8017-4EC9-A872-183DA2EFA321}" type="presParOf" srcId="{206DBF10-72FB-4BAC-9EFE-1465415DE27D}" destId="{87DAFA72-F921-404D-BDEA-E98223539AC2}" srcOrd="2" destOrd="0" presId="urn:microsoft.com/office/officeart/2018/2/layout/IconCircleList"/>
    <dgm:cxn modelId="{10D94CE5-325E-469D-8EA8-FE5F7DA91864}" type="presParOf" srcId="{206DBF10-72FB-4BAC-9EFE-1465415DE27D}" destId="{FCBD0518-F655-45AF-9273-5C71B58062AE}" srcOrd="3" destOrd="0" presId="urn:microsoft.com/office/officeart/2018/2/layout/IconCircleList"/>
    <dgm:cxn modelId="{2D289860-E430-4A28-B5D4-64287BF1EC9D}" type="presParOf" srcId="{B349F5B8-526D-4576-BD21-2D7C185AECA0}" destId="{7DB6BBB5-BB99-49DF-AFB9-522CF3B27432}" srcOrd="5" destOrd="0" presId="urn:microsoft.com/office/officeart/2018/2/layout/IconCircleList"/>
    <dgm:cxn modelId="{932CFB6D-CD5F-42B7-870E-5AE41FA685CB}" type="presParOf" srcId="{B349F5B8-526D-4576-BD21-2D7C185AECA0}" destId="{92274753-D026-4313-B6F6-D118D3BAE5DD}" srcOrd="6" destOrd="0" presId="urn:microsoft.com/office/officeart/2018/2/layout/IconCircleList"/>
    <dgm:cxn modelId="{8B6F1623-805A-4FA7-AAEC-C8306E02B631}" type="presParOf" srcId="{92274753-D026-4313-B6F6-D118D3BAE5DD}" destId="{9F2B66E3-7A87-4315-882A-D7069A1E7F09}" srcOrd="0" destOrd="0" presId="urn:microsoft.com/office/officeart/2018/2/layout/IconCircleList"/>
    <dgm:cxn modelId="{5339E6FC-273F-4CB3-B886-07483A55264B}" type="presParOf" srcId="{92274753-D026-4313-B6F6-D118D3BAE5DD}" destId="{751F2D4F-DB2D-4C50-8D61-B7A57524D8F1}" srcOrd="1" destOrd="0" presId="urn:microsoft.com/office/officeart/2018/2/layout/IconCircleList"/>
    <dgm:cxn modelId="{6C9C4FFF-0703-4C58-A657-5CC70257A68F}" type="presParOf" srcId="{92274753-D026-4313-B6F6-D118D3BAE5DD}" destId="{FED3A742-30DA-4023-9ACD-4EED914868F1}" srcOrd="2" destOrd="0" presId="urn:microsoft.com/office/officeart/2018/2/layout/IconCircleList"/>
    <dgm:cxn modelId="{D28DA715-C836-4F3F-8AB9-0959E3EF2B01}" type="presParOf" srcId="{92274753-D026-4313-B6F6-D118D3BAE5DD}" destId="{DD780E7F-9781-412E-AD64-74C816767798}"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EF7E68-77CD-4AE6-B092-083C4D2DF124}">
      <dsp:nvSpPr>
        <dsp:cNvPr id="0" name=""/>
        <dsp:cNvSpPr/>
      </dsp:nvSpPr>
      <dsp:spPr>
        <a:xfrm>
          <a:off x="18535" y="659889"/>
          <a:ext cx="1080124" cy="108012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937B5F-1705-49B6-8644-5037D6415C23}">
      <dsp:nvSpPr>
        <dsp:cNvPr id="0" name=""/>
        <dsp:cNvSpPr/>
      </dsp:nvSpPr>
      <dsp:spPr>
        <a:xfrm>
          <a:off x="245361" y="886715"/>
          <a:ext cx="626472" cy="62647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62ADBE1-F1CF-48C0-ABB3-F39C34C905AE}">
      <dsp:nvSpPr>
        <dsp:cNvPr id="0" name=""/>
        <dsp:cNvSpPr/>
      </dsp:nvSpPr>
      <dsp:spPr>
        <a:xfrm>
          <a:off x="1330115" y="659889"/>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90000"/>
            </a:lnSpc>
            <a:spcBef>
              <a:spcPct val="0"/>
            </a:spcBef>
            <a:spcAft>
              <a:spcPct val="35000"/>
            </a:spcAft>
            <a:buNone/>
          </a:pPr>
          <a:r>
            <a:rPr lang="en-US" sz="2100" kern="1200"/>
            <a:t>- Tools like Grammarly, ChatGPT, Deepseek and Scrivener.</a:t>
          </a:r>
        </a:p>
      </dsp:txBody>
      <dsp:txXfrm>
        <a:off x="1330115" y="659889"/>
        <a:ext cx="2546008" cy="1080124"/>
      </dsp:txXfrm>
    </dsp:sp>
    <dsp:sp modelId="{683E1C66-D126-45BD-B347-18FA10E79CDB}">
      <dsp:nvSpPr>
        <dsp:cNvPr id="0" name=""/>
        <dsp:cNvSpPr/>
      </dsp:nvSpPr>
      <dsp:spPr>
        <a:xfrm>
          <a:off x="4319746" y="659889"/>
          <a:ext cx="1080124" cy="108012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1FDF34-367B-4942-AD58-71E265DB6FE8}">
      <dsp:nvSpPr>
        <dsp:cNvPr id="0" name=""/>
        <dsp:cNvSpPr/>
      </dsp:nvSpPr>
      <dsp:spPr>
        <a:xfrm>
          <a:off x="4546573" y="886715"/>
          <a:ext cx="626472" cy="62647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83512DF-D372-49ED-93F7-B79D54AB8AE3}">
      <dsp:nvSpPr>
        <dsp:cNvPr id="0" name=""/>
        <dsp:cNvSpPr/>
      </dsp:nvSpPr>
      <dsp:spPr>
        <a:xfrm>
          <a:off x="5631327" y="659889"/>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90000"/>
            </a:lnSpc>
            <a:spcBef>
              <a:spcPct val="0"/>
            </a:spcBef>
            <a:spcAft>
              <a:spcPct val="35000"/>
            </a:spcAft>
            <a:buNone/>
          </a:pPr>
          <a:r>
            <a:rPr lang="en-US" sz="2100" kern="1200"/>
            <a:t>- Helps refine ideas and ensure coherence.</a:t>
          </a:r>
        </a:p>
      </dsp:txBody>
      <dsp:txXfrm>
        <a:off x="5631327" y="659889"/>
        <a:ext cx="2546008" cy="1080124"/>
      </dsp:txXfrm>
    </dsp:sp>
    <dsp:sp modelId="{2ADCD278-816E-47FA-9998-B7D57E1A5480}">
      <dsp:nvSpPr>
        <dsp:cNvPr id="0" name=""/>
        <dsp:cNvSpPr/>
      </dsp:nvSpPr>
      <dsp:spPr>
        <a:xfrm>
          <a:off x="18535" y="2452790"/>
          <a:ext cx="1080124" cy="108012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03819E-175A-48AA-8068-42D6665DCF82}">
      <dsp:nvSpPr>
        <dsp:cNvPr id="0" name=""/>
        <dsp:cNvSpPr/>
      </dsp:nvSpPr>
      <dsp:spPr>
        <a:xfrm>
          <a:off x="245361" y="2679617"/>
          <a:ext cx="626472" cy="62647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CBD0518-F655-45AF-9273-5C71B58062AE}">
      <dsp:nvSpPr>
        <dsp:cNvPr id="0" name=""/>
        <dsp:cNvSpPr/>
      </dsp:nvSpPr>
      <dsp:spPr>
        <a:xfrm>
          <a:off x="1330115" y="2452790"/>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90000"/>
            </a:lnSpc>
            <a:spcBef>
              <a:spcPct val="0"/>
            </a:spcBef>
            <a:spcAft>
              <a:spcPct val="35000"/>
            </a:spcAft>
            <a:buNone/>
          </a:pPr>
          <a:r>
            <a:rPr lang="en-US" sz="2100" kern="1200"/>
            <a:t>- Overcomes writer’s block.</a:t>
          </a:r>
        </a:p>
      </dsp:txBody>
      <dsp:txXfrm>
        <a:off x="1330115" y="2452790"/>
        <a:ext cx="2546008" cy="1080124"/>
      </dsp:txXfrm>
    </dsp:sp>
    <dsp:sp modelId="{9F2B66E3-7A87-4315-882A-D7069A1E7F09}">
      <dsp:nvSpPr>
        <dsp:cNvPr id="0" name=""/>
        <dsp:cNvSpPr/>
      </dsp:nvSpPr>
      <dsp:spPr>
        <a:xfrm>
          <a:off x="4319746" y="2452790"/>
          <a:ext cx="1080124" cy="108012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1F2D4F-DB2D-4C50-8D61-B7A57524D8F1}">
      <dsp:nvSpPr>
        <dsp:cNvPr id="0" name=""/>
        <dsp:cNvSpPr/>
      </dsp:nvSpPr>
      <dsp:spPr>
        <a:xfrm>
          <a:off x="4546573" y="2679617"/>
          <a:ext cx="626472" cy="62647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D780E7F-9781-412E-AD64-74C816767798}">
      <dsp:nvSpPr>
        <dsp:cNvPr id="0" name=""/>
        <dsp:cNvSpPr/>
      </dsp:nvSpPr>
      <dsp:spPr>
        <a:xfrm>
          <a:off x="5631327" y="2452790"/>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90000"/>
            </a:lnSpc>
            <a:spcBef>
              <a:spcPct val="0"/>
            </a:spcBef>
            <a:spcAft>
              <a:spcPct val="35000"/>
            </a:spcAft>
            <a:buNone/>
          </a:pPr>
          <a:r>
            <a:rPr lang="en-US" sz="2100" kern="1200"/>
            <a:t>- Provides automated suggestions for improvement.</a:t>
          </a:r>
        </a:p>
      </dsp:txBody>
      <dsp:txXfrm>
        <a:off x="5631327" y="2452790"/>
        <a:ext cx="2546008" cy="1080124"/>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AA7A2A74-A63E-90C0-9404-EA236AED570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2C38F16-107E-F013-D715-68B683FAEB05}"/>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BA6200B0-D611-EDC0-8097-E515549BCD51}"/>
              </a:ext>
            </a:extLst>
          </p:cNvPr>
          <p:cNvSpPr>
            <a:spLocks noGrp="1" noChangeArrowheads="1"/>
          </p:cNvSpPr>
          <p:nvPr>
            <p:ph type="sldNum" sz="quarter" idx="12"/>
          </p:nvPr>
        </p:nvSpPr>
        <p:spPr>
          <a:ln/>
        </p:spPr>
        <p:txBody>
          <a:bodyPr/>
          <a:lstStyle>
            <a:lvl1pPr>
              <a:defRPr/>
            </a:lvl1pPr>
          </a:lstStyle>
          <a:p>
            <a:pPr>
              <a:defRPr/>
            </a:pPr>
            <a:fld id="{130B551A-FC34-4728-AA82-72E01CAEAB13}" type="slidenum">
              <a:rPr lang="en-US" altLang="en-US"/>
              <a:pPr>
                <a:defRPr/>
              </a:pPr>
              <a:t>‹#›</a:t>
            </a:fld>
            <a:endParaRPr lang="en-US" altLang="en-US"/>
          </a:p>
        </p:txBody>
      </p:sp>
    </p:spTree>
    <p:extLst>
      <p:ext uri="{BB962C8B-B14F-4D97-AF65-F5344CB8AC3E}">
        <p14:creationId xmlns:p14="http://schemas.microsoft.com/office/powerpoint/2010/main" val="2273159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6218116-47B6-A901-88E5-2E1A4FD1685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6EB5511-DA66-21F6-749B-4F9DA91332E8}"/>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131139DB-A72B-F423-3A69-77E0BA8FBADB}"/>
              </a:ext>
            </a:extLst>
          </p:cNvPr>
          <p:cNvSpPr>
            <a:spLocks noGrp="1" noChangeArrowheads="1"/>
          </p:cNvSpPr>
          <p:nvPr>
            <p:ph type="sldNum" sz="quarter" idx="12"/>
          </p:nvPr>
        </p:nvSpPr>
        <p:spPr>
          <a:ln/>
        </p:spPr>
        <p:txBody>
          <a:bodyPr/>
          <a:lstStyle>
            <a:lvl1pPr>
              <a:defRPr/>
            </a:lvl1pPr>
          </a:lstStyle>
          <a:p>
            <a:pPr>
              <a:defRPr/>
            </a:pPr>
            <a:fld id="{D1296485-308E-47B9-8EAE-B0C17AD6CC26}" type="slidenum">
              <a:rPr lang="en-US" altLang="en-US"/>
              <a:pPr>
                <a:defRPr/>
              </a:pPr>
              <a:t>‹#›</a:t>
            </a:fld>
            <a:endParaRPr lang="en-US" altLang="en-US"/>
          </a:p>
        </p:txBody>
      </p:sp>
    </p:spTree>
    <p:extLst>
      <p:ext uri="{BB962C8B-B14F-4D97-AF65-F5344CB8AC3E}">
        <p14:creationId xmlns:p14="http://schemas.microsoft.com/office/powerpoint/2010/main" val="985861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92F28AE8-69E8-8362-CBD7-31BEC04836A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193022A-019C-287B-9A78-E30DC2D24F59}"/>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FDC30C8F-AFD2-F1ED-9EA3-E32ECA5FDE83}"/>
              </a:ext>
            </a:extLst>
          </p:cNvPr>
          <p:cNvSpPr>
            <a:spLocks noGrp="1" noChangeArrowheads="1"/>
          </p:cNvSpPr>
          <p:nvPr>
            <p:ph type="sldNum" sz="quarter" idx="12"/>
          </p:nvPr>
        </p:nvSpPr>
        <p:spPr>
          <a:ln/>
        </p:spPr>
        <p:txBody>
          <a:bodyPr/>
          <a:lstStyle>
            <a:lvl1pPr>
              <a:defRPr/>
            </a:lvl1pPr>
          </a:lstStyle>
          <a:p>
            <a:pPr>
              <a:defRPr/>
            </a:pPr>
            <a:fld id="{AB1C2DFA-D043-40D1-8C7C-EB343BD8DA3E}" type="slidenum">
              <a:rPr lang="en-US" altLang="en-US"/>
              <a:pPr>
                <a:defRPr/>
              </a:pPr>
              <a:t>‹#›</a:t>
            </a:fld>
            <a:endParaRPr lang="en-US" altLang="en-US"/>
          </a:p>
        </p:txBody>
      </p:sp>
    </p:spTree>
    <p:extLst>
      <p:ext uri="{BB962C8B-B14F-4D97-AF65-F5344CB8AC3E}">
        <p14:creationId xmlns:p14="http://schemas.microsoft.com/office/powerpoint/2010/main" val="1487670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F22EE3E-9846-D321-D145-4CFA87C03BE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95A27E9-595F-0930-4FEB-5EEBBEC085C3}"/>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7" name="Rectangle 6">
            <a:extLst>
              <a:ext uri="{FF2B5EF4-FFF2-40B4-BE49-F238E27FC236}">
                <a16:creationId xmlns:a16="http://schemas.microsoft.com/office/drawing/2014/main" id="{BF38F45A-5AFF-884C-F805-7357833FC31B}"/>
              </a:ext>
            </a:extLst>
          </p:cNvPr>
          <p:cNvSpPr>
            <a:spLocks noGrp="1" noChangeArrowheads="1"/>
          </p:cNvSpPr>
          <p:nvPr>
            <p:ph type="sldNum" sz="quarter" idx="12"/>
          </p:nvPr>
        </p:nvSpPr>
        <p:spPr>
          <a:ln/>
        </p:spPr>
        <p:txBody>
          <a:bodyPr/>
          <a:lstStyle>
            <a:lvl1pPr>
              <a:defRPr/>
            </a:lvl1pPr>
          </a:lstStyle>
          <a:p>
            <a:pPr>
              <a:defRPr/>
            </a:pPr>
            <a:fld id="{0CD37B17-8158-4025-8177-BFE26ABBF91F}" type="slidenum">
              <a:rPr lang="en-US" altLang="en-US"/>
              <a:pPr>
                <a:defRPr/>
              </a:pPr>
              <a:t>‹#›</a:t>
            </a:fld>
            <a:endParaRPr lang="en-US" altLang="en-US"/>
          </a:p>
        </p:txBody>
      </p:sp>
    </p:spTree>
    <p:extLst>
      <p:ext uri="{BB962C8B-B14F-4D97-AF65-F5344CB8AC3E}">
        <p14:creationId xmlns:p14="http://schemas.microsoft.com/office/powerpoint/2010/main" val="33579196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D008CF1E-A36F-78AC-3F6F-48B9A5506374}"/>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EF935195-A476-9A80-7A41-1BE29B08C6DB}"/>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9" name="Rectangle 6">
            <a:extLst>
              <a:ext uri="{FF2B5EF4-FFF2-40B4-BE49-F238E27FC236}">
                <a16:creationId xmlns:a16="http://schemas.microsoft.com/office/drawing/2014/main" id="{C052147D-0628-690D-A5CC-F90A266218C6}"/>
              </a:ext>
            </a:extLst>
          </p:cNvPr>
          <p:cNvSpPr>
            <a:spLocks noGrp="1" noChangeArrowheads="1"/>
          </p:cNvSpPr>
          <p:nvPr>
            <p:ph type="sldNum" sz="quarter" idx="12"/>
          </p:nvPr>
        </p:nvSpPr>
        <p:spPr>
          <a:ln/>
        </p:spPr>
        <p:txBody>
          <a:bodyPr/>
          <a:lstStyle>
            <a:lvl1pPr>
              <a:defRPr/>
            </a:lvl1pPr>
          </a:lstStyle>
          <a:p>
            <a:pPr>
              <a:defRPr/>
            </a:pPr>
            <a:fld id="{CE4A8D73-257D-4C3D-BDCE-F7A655F63B4F}" type="slidenum">
              <a:rPr lang="en-US" altLang="en-US"/>
              <a:pPr>
                <a:defRPr/>
              </a:pPr>
              <a:t>‹#›</a:t>
            </a:fld>
            <a:endParaRPr lang="en-US" altLang="en-US"/>
          </a:p>
        </p:txBody>
      </p:sp>
    </p:spTree>
    <p:extLst>
      <p:ext uri="{BB962C8B-B14F-4D97-AF65-F5344CB8AC3E}">
        <p14:creationId xmlns:p14="http://schemas.microsoft.com/office/powerpoint/2010/main" val="15287587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39E8BFDA-86D0-E512-2C38-274B23D1869C}"/>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A5B9E87E-96B3-C596-3F34-CED00458FBD2}"/>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5" name="Rectangle 6">
            <a:extLst>
              <a:ext uri="{FF2B5EF4-FFF2-40B4-BE49-F238E27FC236}">
                <a16:creationId xmlns:a16="http://schemas.microsoft.com/office/drawing/2014/main" id="{4A0E9FC8-DF6F-F25E-B010-316653956A9C}"/>
              </a:ext>
            </a:extLst>
          </p:cNvPr>
          <p:cNvSpPr>
            <a:spLocks noGrp="1" noChangeArrowheads="1"/>
          </p:cNvSpPr>
          <p:nvPr>
            <p:ph type="sldNum" sz="quarter" idx="12"/>
          </p:nvPr>
        </p:nvSpPr>
        <p:spPr>
          <a:ln/>
        </p:spPr>
        <p:txBody>
          <a:bodyPr/>
          <a:lstStyle>
            <a:lvl1pPr>
              <a:defRPr/>
            </a:lvl1pPr>
          </a:lstStyle>
          <a:p>
            <a:pPr>
              <a:defRPr/>
            </a:pPr>
            <a:fld id="{DFA0FFC5-EFC9-4CED-9EA1-3BD7E6C216CF}" type="slidenum">
              <a:rPr lang="en-US" altLang="en-US"/>
              <a:pPr>
                <a:defRPr/>
              </a:pPr>
              <a:t>‹#›</a:t>
            </a:fld>
            <a:endParaRPr lang="en-US" altLang="en-US"/>
          </a:p>
        </p:txBody>
      </p:sp>
    </p:spTree>
    <p:extLst>
      <p:ext uri="{BB962C8B-B14F-4D97-AF65-F5344CB8AC3E}">
        <p14:creationId xmlns:p14="http://schemas.microsoft.com/office/powerpoint/2010/main" val="18383950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6DACDE8-ECE8-5142-6665-CA2AC1F59710}"/>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084A13E2-1397-C8B1-F8F0-CCBD312242F7}"/>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4" name="Rectangle 6">
            <a:extLst>
              <a:ext uri="{FF2B5EF4-FFF2-40B4-BE49-F238E27FC236}">
                <a16:creationId xmlns:a16="http://schemas.microsoft.com/office/drawing/2014/main" id="{204A880E-629E-4CF6-5AA0-7FE02A1EE58C}"/>
              </a:ext>
            </a:extLst>
          </p:cNvPr>
          <p:cNvSpPr>
            <a:spLocks noGrp="1" noChangeArrowheads="1"/>
          </p:cNvSpPr>
          <p:nvPr>
            <p:ph type="sldNum" sz="quarter" idx="12"/>
          </p:nvPr>
        </p:nvSpPr>
        <p:spPr>
          <a:ln/>
        </p:spPr>
        <p:txBody>
          <a:bodyPr/>
          <a:lstStyle>
            <a:lvl1pPr>
              <a:defRPr/>
            </a:lvl1pPr>
          </a:lstStyle>
          <a:p>
            <a:pPr>
              <a:defRPr/>
            </a:pPr>
            <a:fld id="{2D607164-20DD-476B-BB25-071CB1628231}" type="slidenum">
              <a:rPr lang="en-US" altLang="en-US"/>
              <a:pPr>
                <a:defRPr/>
              </a:pPr>
              <a:t>‹#›</a:t>
            </a:fld>
            <a:endParaRPr lang="en-US" altLang="en-US"/>
          </a:p>
        </p:txBody>
      </p:sp>
    </p:spTree>
    <p:extLst>
      <p:ext uri="{BB962C8B-B14F-4D97-AF65-F5344CB8AC3E}">
        <p14:creationId xmlns:p14="http://schemas.microsoft.com/office/powerpoint/2010/main" val="39840580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1"/>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66880C1-90FE-E5A0-80DF-D98A8171423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65260A65-5171-1A5C-FF51-DE48B3D01834}"/>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7" name="Rectangle 6">
            <a:extLst>
              <a:ext uri="{FF2B5EF4-FFF2-40B4-BE49-F238E27FC236}">
                <a16:creationId xmlns:a16="http://schemas.microsoft.com/office/drawing/2014/main" id="{604EBBCB-05A0-3420-E721-A5AB4D882150}"/>
              </a:ext>
            </a:extLst>
          </p:cNvPr>
          <p:cNvSpPr>
            <a:spLocks noGrp="1" noChangeArrowheads="1"/>
          </p:cNvSpPr>
          <p:nvPr>
            <p:ph type="sldNum" sz="quarter" idx="12"/>
          </p:nvPr>
        </p:nvSpPr>
        <p:spPr>
          <a:ln/>
        </p:spPr>
        <p:txBody>
          <a:bodyPr/>
          <a:lstStyle>
            <a:lvl1pPr>
              <a:defRPr/>
            </a:lvl1pPr>
          </a:lstStyle>
          <a:p>
            <a:pPr>
              <a:defRPr/>
            </a:pPr>
            <a:fld id="{98743C27-4A6F-418E-90BB-4ACBC53288A6}" type="slidenum">
              <a:rPr lang="en-US" altLang="en-US"/>
              <a:pPr>
                <a:defRPr/>
              </a:pPr>
              <a:t>‹#›</a:t>
            </a:fld>
            <a:endParaRPr lang="en-US" altLang="en-US"/>
          </a:p>
        </p:txBody>
      </p:sp>
    </p:spTree>
    <p:extLst>
      <p:ext uri="{BB962C8B-B14F-4D97-AF65-F5344CB8AC3E}">
        <p14:creationId xmlns:p14="http://schemas.microsoft.com/office/powerpoint/2010/main" val="29320874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8AEF508-B285-8580-09BB-8C2DA11D5DA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A749651-20AB-7372-09A3-8E9F06517FE4}"/>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7" name="Rectangle 6">
            <a:extLst>
              <a:ext uri="{FF2B5EF4-FFF2-40B4-BE49-F238E27FC236}">
                <a16:creationId xmlns:a16="http://schemas.microsoft.com/office/drawing/2014/main" id="{2B3E0E1A-D653-8DC1-746B-3D5642852466}"/>
              </a:ext>
            </a:extLst>
          </p:cNvPr>
          <p:cNvSpPr>
            <a:spLocks noGrp="1" noChangeArrowheads="1"/>
          </p:cNvSpPr>
          <p:nvPr>
            <p:ph type="sldNum" sz="quarter" idx="12"/>
          </p:nvPr>
        </p:nvSpPr>
        <p:spPr>
          <a:ln/>
        </p:spPr>
        <p:txBody>
          <a:bodyPr/>
          <a:lstStyle>
            <a:lvl1pPr>
              <a:defRPr/>
            </a:lvl1pPr>
          </a:lstStyle>
          <a:p>
            <a:pPr>
              <a:defRPr/>
            </a:pPr>
            <a:fld id="{1C9B0E47-7C41-41B1-AE6F-6BDF38A76A75}" type="slidenum">
              <a:rPr lang="en-US" altLang="en-US"/>
              <a:pPr>
                <a:defRPr/>
              </a:pPr>
              <a:t>‹#›</a:t>
            </a:fld>
            <a:endParaRPr lang="en-US" altLang="en-US"/>
          </a:p>
        </p:txBody>
      </p:sp>
    </p:spTree>
    <p:extLst>
      <p:ext uri="{BB962C8B-B14F-4D97-AF65-F5344CB8AC3E}">
        <p14:creationId xmlns:p14="http://schemas.microsoft.com/office/powerpoint/2010/main" val="6541126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0EA6335-4270-1BF7-8CE2-F7BD42AADFE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6C957C7-17EA-803E-14EE-074038734184}"/>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34F62FF0-E3BB-3A52-E3A8-1B2A2ACAA448}"/>
              </a:ext>
            </a:extLst>
          </p:cNvPr>
          <p:cNvSpPr>
            <a:spLocks noGrp="1" noChangeArrowheads="1"/>
          </p:cNvSpPr>
          <p:nvPr>
            <p:ph type="sldNum" sz="quarter" idx="12"/>
          </p:nvPr>
        </p:nvSpPr>
        <p:spPr>
          <a:ln/>
        </p:spPr>
        <p:txBody>
          <a:bodyPr/>
          <a:lstStyle>
            <a:lvl1pPr>
              <a:defRPr/>
            </a:lvl1pPr>
          </a:lstStyle>
          <a:p>
            <a:pPr>
              <a:defRPr/>
            </a:pPr>
            <a:fld id="{145B8A08-E01B-4C57-8F81-1ACDE0F27478}" type="slidenum">
              <a:rPr lang="en-US" altLang="en-US"/>
              <a:pPr>
                <a:defRPr/>
              </a:pPr>
              <a:t>‹#›</a:t>
            </a:fld>
            <a:endParaRPr lang="en-US" altLang="en-US"/>
          </a:p>
        </p:txBody>
      </p:sp>
    </p:spTree>
    <p:extLst>
      <p:ext uri="{BB962C8B-B14F-4D97-AF65-F5344CB8AC3E}">
        <p14:creationId xmlns:p14="http://schemas.microsoft.com/office/powerpoint/2010/main" val="40263980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4E658C8-0ED1-B82A-FE4D-7F11C8EB1F7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884D76D0-C067-0583-6903-43C6C9C3D446}"/>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C555161A-5A32-0D9D-E0B9-86F01D92BD6C}"/>
              </a:ext>
            </a:extLst>
          </p:cNvPr>
          <p:cNvSpPr>
            <a:spLocks noGrp="1" noChangeArrowheads="1"/>
          </p:cNvSpPr>
          <p:nvPr>
            <p:ph type="sldNum" sz="quarter" idx="12"/>
          </p:nvPr>
        </p:nvSpPr>
        <p:spPr>
          <a:ln/>
        </p:spPr>
        <p:txBody>
          <a:bodyPr/>
          <a:lstStyle>
            <a:lvl1pPr>
              <a:defRPr/>
            </a:lvl1pPr>
          </a:lstStyle>
          <a:p>
            <a:pPr>
              <a:defRPr/>
            </a:pPr>
            <a:fld id="{113D2F0D-AB6D-4546-8590-8F7BE1FB511D}" type="slidenum">
              <a:rPr lang="en-US" altLang="en-US"/>
              <a:pPr>
                <a:defRPr/>
              </a:pPr>
              <a:t>‹#›</a:t>
            </a:fld>
            <a:endParaRPr lang="en-US" altLang="en-US"/>
          </a:p>
        </p:txBody>
      </p:sp>
    </p:spTree>
    <p:extLst>
      <p:ext uri="{BB962C8B-B14F-4D97-AF65-F5344CB8AC3E}">
        <p14:creationId xmlns:p14="http://schemas.microsoft.com/office/powerpoint/2010/main" val="3435724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8009B5B2-65D1-B93F-5620-3C3C014B6F7E}"/>
              </a:ext>
            </a:extLst>
          </p:cNvPr>
          <p:cNvSpPr>
            <a:spLocks noGrp="1" noChangeArrowheads="1"/>
          </p:cNvSpPr>
          <p:nvPr>
            <p:ph type="title"/>
          </p:nvPr>
        </p:nvSpPr>
        <p:spPr bwMode="auto">
          <a:xfrm>
            <a:off x="457200" y="27432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2A3313D1-B690-7674-D2C4-955F30AB6CB1}"/>
              </a:ext>
            </a:extLst>
          </p:cNvPr>
          <p:cNvSpPr>
            <a:spLocks noGrp="1" noChangeArrowheads="1"/>
          </p:cNvSpPr>
          <p:nvPr>
            <p:ph type="body" idx="1"/>
          </p:nvPr>
        </p:nvSpPr>
        <p:spPr bwMode="auto">
          <a:xfrm>
            <a:off x="457200" y="1600200"/>
            <a:ext cx="8229600" cy="4526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89092" name="Rectangle 4">
            <a:extLst>
              <a:ext uri="{FF2B5EF4-FFF2-40B4-BE49-F238E27FC236}">
                <a16:creationId xmlns:a16="http://schemas.microsoft.com/office/drawing/2014/main" id="{C5917C76-B4AB-AFA9-7F63-12B2581F17F7}"/>
              </a:ext>
            </a:extLst>
          </p:cNvPr>
          <p:cNvSpPr>
            <a:spLocks noGrp="1" noChangeArrowheads="1"/>
          </p:cNvSpPr>
          <p:nvPr>
            <p:ph type="dt" sz="half" idx="2"/>
          </p:nvPr>
        </p:nvSpPr>
        <p:spPr bwMode="auto">
          <a:xfrm>
            <a:off x="457200" y="6244591"/>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cs typeface="Arial" charset="0"/>
              </a:defRPr>
            </a:lvl1pPr>
          </a:lstStyle>
          <a:p>
            <a:pPr>
              <a:defRPr/>
            </a:pPr>
            <a:endParaRPr lang="en-US"/>
          </a:p>
        </p:txBody>
      </p:sp>
      <p:sp>
        <p:nvSpPr>
          <p:cNvPr id="89093" name="Rectangle 5">
            <a:extLst>
              <a:ext uri="{FF2B5EF4-FFF2-40B4-BE49-F238E27FC236}">
                <a16:creationId xmlns:a16="http://schemas.microsoft.com/office/drawing/2014/main" id="{68296365-DCE6-9EC7-8083-CC87CD93CA36}"/>
              </a:ext>
            </a:extLst>
          </p:cNvPr>
          <p:cNvSpPr>
            <a:spLocks noGrp="1" noChangeArrowheads="1"/>
          </p:cNvSpPr>
          <p:nvPr>
            <p:ph type="ftr" sz="quarter" idx="3"/>
          </p:nvPr>
        </p:nvSpPr>
        <p:spPr bwMode="auto">
          <a:xfrm>
            <a:off x="3124200" y="6244591"/>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cs typeface="Arial" charset="0"/>
              </a:defRPr>
            </a:lvl1pPr>
          </a:lstStyle>
          <a:p>
            <a:pPr>
              <a:defRPr/>
            </a:pPr>
            <a:r>
              <a:rPr lang="en-US"/>
              <a:t>Discrete Structures</a:t>
            </a:r>
          </a:p>
        </p:txBody>
      </p:sp>
      <p:sp>
        <p:nvSpPr>
          <p:cNvPr id="89094" name="Rectangle 6">
            <a:extLst>
              <a:ext uri="{FF2B5EF4-FFF2-40B4-BE49-F238E27FC236}">
                <a16:creationId xmlns:a16="http://schemas.microsoft.com/office/drawing/2014/main" id="{BE2A9909-149B-29C1-07FD-45A5A90F4641}"/>
              </a:ext>
            </a:extLst>
          </p:cNvPr>
          <p:cNvSpPr>
            <a:spLocks noGrp="1" noChangeArrowheads="1"/>
          </p:cNvSpPr>
          <p:nvPr>
            <p:ph type="sldNum" sz="quarter" idx="4"/>
          </p:nvPr>
        </p:nvSpPr>
        <p:spPr bwMode="auto">
          <a:xfrm>
            <a:off x="6553200" y="6244591"/>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AA9F93F9-E18D-4ED1-991F-F45191FF3CF1}" type="slidenum">
              <a:rPr lang="en-US" altLang="en-US"/>
              <a:pPr>
                <a:defRPr/>
              </a:pPr>
              <a:t>‹#›</a:t>
            </a:fld>
            <a:endParaRPr lang="en-US" altLang="en-US"/>
          </a:p>
        </p:txBody>
      </p:sp>
    </p:spTree>
    <p:extLst>
      <p:ext uri="{BB962C8B-B14F-4D97-AF65-F5344CB8AC3E}">
        <p14:creationId xmlns:p14="http://schemas.microsoft.com/office/powerpoint/2010/main" val="41102500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2">
            <a:extLst>
              <a:ext uri="{FF2B5EF4-FFF2-40B4-BE49-F238E27FC236}">
                <a16:creationId xmlns:a16="http://schemas.microsoft.com/office/drawing/2014/main" id="{26652098-03E9-04AC-E7E1-81ABACEF835B}"/>
              </a:ext>
            </a:extLst>
          </p:cNvPr>
          <p:cNvSpPr txBox="1">
            <a:spLocks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defTabSz="914400" fontAlgn="base">
              <a:spcBef>
                <a:spcPct val="0"/>
              </a:spcBef>
              <a:spcAft>
                <a:spcPct val="0"/>
              </a:spcAft>
              <a:buNone/>
            </a:pPr>
            <a:fld id="{B8F11F1F-0553-4F39-AFD4-3A735B104446}" type="slidenum">
              <a:rPr lang="en-US" altLang="en-US" sz="1400">
                <a:solidFill>
                  <a:srgbClr val="000000"/>
                </a:solidFill>
              </a:rPr>
              <a:pPr algn="r" defTabSz="914400" fontAlgn="base">
                <a:spcBef>
                  <a:spcPct val="0"/>
                </a:spcBef>
                <a:spcAft>
                  <a:spcPct val="0"/>
                </a:spcAft>
                <a:buNone/>
              </a:pPr>
              <a:t>1</a:t>
            </a:fld>
            <a:endParaRPr lang="en-US" altLang="en-US" sz="1400">
              <a:solidFill>
                <a:srgbClr val="000000"/>
              </a:solidFill>
            </a:endParaRPr>
          </a:p>
        </p:txBody>
      </p:sp>
      <p:sp>
        <p:nvSpPr>
          <p:cNvPr id="19" name="Rectangle 3">
            <a:extLst>
              <a:ext uri="{FF2B5EF4-FFF2-40B4-BE49-F238E27FC236}">
                <a16:creationId xmlns:a16="http://schemas.microsoft.com/office/drawing/2014/main" id="{60A38FFE-64C3-CDF0-5829-85D9526087F9}"/>
              </a:ext>
            </a:extLst>
          </p:cNvPr>
          <p:cNvSpPr txBox="1">
            <a:spLocks noChangeArrowheads="1"/>
          </p:cNvSpPr>
          <p:nvPr/>
        </p:nvSpPr>
        <p:spPr bwMode="auto">
          <a:xfrm>
            <a:off x="684213" y="1677989"/>
            <a:ext cx="7848600" cy="2111375"/>
          </a:xfrm>
          <a:prstGeom prst="rect">
            <a:avLst/>
          </a:prstGeom>
          <a:noFill/>
          <a:ln w="9525">
            <a:noFill/>
            <a:miter lim="800000"/>
            <a:headEnd/>
            <a:tailEnd/>
          </a:ln>
        </p:spPr>
        <p:txBody>
          <a:bodyP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cs typeface="+mn-cs"/>
              </a:defRPr>
            </a:lvl2pPr>
            <a:lvl3pPr marL="914400" indent="0" algn="ctr" rtl="0" eaLnBrk="0" fontAlgn="base" hangingPunct="0">
              <a:spcBef>
                <a:spcPct val="20000"/>
              </a:spcBef>
              <a:spcAft>
                <a:spcPct val="0"/>
              </a:spcAft>
              <a:buNone/>
              <a:defRPr sz="2400">
                <a:solidFill>
                  <a:schemeClr val="tx1"/>
                </a:solidFill>
                <a:latin typeface="+mn-lt"/>
                <a:cs typeface="+mn-cs"/>
              </a:defRPr>
            </a:lvl3pPr>
            <a:lvl4pPr marL="1371600" indent="0" algn="ctr" rtl="0" eaLnBrk="0" fontAlgn="base" hangingPunct="0">
              <a:spcBef>
                <a:spcPct val="20000"/>
              </a:spcBef>
              <a:spcAft>
                <a:spcPct val="0"/>
              </a:spcAft>
              <a:buNone/>
              <a:defRPr sz="2000">
                <a:solidFill>
                  <a:schemeClr val="tx1"/>
                </a:solidFill>
                <a:latin typeface="+mn-lt"/>
                <a:cs typeface="+mn-cs"/>
              </a:defRPr>
            </a:lvl4pPr>
            <a:lvl5pPr marL="1828800" indent="0" algn="ctr" rtl="0" eaLnBrk="0" fontAlgn="base" hangingPunct="0">
              <a:spcBef>
                <a:spcPct val="20000"/>
              </a:spcBef>
              <a:spcAft>
                <a:spcPct val="0"/>
              </a:spcAft>
              <a:buNone/>
              <a:defRPr sz="2000">
                <a:solidFill>
                  <a:schemeClr val="tx1"/>
                </a:solidFill>
                <a:latin typeface="+mn-lt"/>
                <a:cs typeface="+mn-cs"/>
              </a:defRPr>
            </a:lvl5pPr>
            <a:lvl6pPr marL="2286000" indent="0" algn="ctr" rtl="0" fontAlgn="base">
              <a:spcBef>
                <a:spcPct val="20000"/>
              </a:spcBef>
              <a:spcAft>
                <a:spcPct val="0"/>
              </a:spcAft>
              <a:buNone/>
              <a:defRPr sz="2000">
                <a:solidFill>
                  <a:schemeClr val="tx1"/>
                </a:solidFill>
                <a:latin typeface="+mn-lt"/>
                <a:cs typeface="+mn-cs"/>
              </a:defRPr>
            </a:lvl6pPr>
            <a:lvl7pPr marL="2743200" indent="0" algn="ctr" rtl="0" fontAlgn="base">
              <a:spcBef>
                <a:spcPct val="20000"/>
              </a:spcBef>
              <a:spcAft>
                <a:spcPct val="0"/>
              </a:spcAft>
              <a:buNone/>
              <a:defRPr sz="2000">
                <a:solidFill>
                  <a:schemeClr val="tx1"/>
                </a:solidFill>
                <a:latin typeface="+mn-lt"/>
                <a:cs typeface="+mn-cs"/>
              </a:defRPr>
            </a:lvl7pPr>
            <a:lvl8pPr marL="3200400" indent="0" algn="ctr" rtl="0" fontAlgn="base">
              <a:spcBef>
                <a:spcPct val="20000"/>
              </a:spcBef>
              <a:spcAft>
                <a:spcPct val="0"/>
              </a:spcAft>
              <a:buNone/>
              <a:defRPr sz="2000">
                <a:solidFill>
                  <a:schemeClr val="tx1"/>
                </a:solidFill>
                <a:latin typeface="+mn-lt"/>
                <a:cs typeface="+mn-cs"/>
              </a:defRPr>
            </a:lvl8pPr>
            <a:lvl9pPr marL="3657600" indent="0" algn="ctr" rtl="0" fontAlgn="base">
              <a:spcBef>
                <a:spcPct val="20000"/>
              </a:spcBef>
              <a:spcAft>
                <a:spcPct val="0"/>
              </a:spcAft>
              <a:buNone/>
              <a:defRPr sz="2000">
                <a:solidFill>
                  <a:schemeClr val="tx1"/>
                </a:solidFill>
                <a:latin typeface="+mn-lt"/>
                <a:cs typeface="+mn-cs"/>
              </a:defRPr>
            </a:lvl9pPr>
          </a:lstStyle>
          <a:p>
            <a:pPr defTabSz="914400" eaLnBrk="1" hangingPunct="1">
              <a:defRPr/>
            </a:pPr>
            <a:endParaRPr lang="en-US" altLang="x-none" sz="2400" kern="0" dirty="0">
              <a:solidFill>
                <a:srgbClr val="008000"/>
              </a:solidFill>
              <a:latin typeface="Arial"/>
              <a:cs typeface="Arial"/>
            </a:endParaRPr>
          </a:p>
          <a:p>
            <a:pPr defTabSz="914400" eaLnBrk="1" hangingPunct="1">
              <a:defRPr/>
            </a:pPr>
            <a:endParaRPr lang="en-US" altLang="x-none" sz="4800" kern="0" dirty="0">
              <a:solidFill>
                <a:srgbClr val="008000"/>
              </a:solidFill>
              <a:latin typeface="Arial"/>
              <a:cs typeface="Arial"/>
            </a:endParaRPr>
          </a:p>
          <a:p>
            <a:pPr defTabSz="914400" eaLnBrk="1" hangingPunct="1">
              <a:defRPr/>
            </a:pPr>
            <a:endParaRPr lang="en-US" altLang="x-none" sz="2400" kern="0" dirty="0">
              <a:solidFill>
                <a:srgbClr val="008000"/>
              </a:solidFill>
              <a:latin typeface="Arial"/>
              <a:cs typeface="Arial"/>
            </a:endParaRPr>
          </a:p>
          <a:p>
            <a:pPr defTabSz="914400" eaLnBrk="1" hangingPunct="1">
              <a:defRPr/>
            </a:pPr>
            <a:endParaRPr lang="en-US" altLang="x-none" sz="2400" kern="0" dirty="0">
              <a:solidFill>
                <a:srgbClr val="008000"/>
              </a:solidFill>
              <a:latin typeface="Arial"/>
              <a:cs typeface="Arial"/>
            </a:endParaRPr>
          </a:p>
          <a:p>
            <a:pPr defTabSz="914400" eaLnBrk="1" hangingPunct="1">
              <a:defRPr/>
            </a:pPr>
            <a:endParaRPr lang="en-US" altLang="x-none" sz="2400" kern="0" dirty="0">
              <a:solidFill>
                <a:srgbClr val="008000"/>
              </a:solidFill>
              <a:latin typeface="Arial"/>
              <a:cs typeface="Arial"/>
            </a:endParaRPr>
          </a:p>
        </p:txBody>
      </p:sp>
      <p:sp>
        <p:nvSpPr>
          <p:cNvPr id="3076" name="Text Box 18">
            <a:extLst>
              <a:ext uri="{FF2B5EF4-FFF2-40B4-BE49-F238E27FC236}">
                <a16:creationId xmlns:a16="http://schemas.microsoft.com/office/drawing/2014/main" id="{6EECFA45-F561-E040-38A9-EC42AF64D3AF}"/>
              </a:ext>
            </a:extLst>
          </p:cNvPr>
          <p:cNvSpPr txBox="1">
            <a:spLocks noChangeArrowheads="1"/>
          </p:cNvSpPr>
          <p:nvPr/>
        </p:nvSpPr>
        <p:spPr bwMode="auto">
          <a:xfrm>
            <a:off x="1149350" y="2195514"/>
            <a:ext cx="7778750"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defTabSz="914400" fontAlgn="base">
              <a:spcBef>
                <a:spcPct val="50000"/>
              </a:spcBef>
              <a:spcAft>
                <a:spcPct val="0"/>
              </a:spcAft>
              <a:buNone/>
            </a:pPr>
            <a:r>
              <a:rPr lang="en-US" altLang="en-US" sz="3600">
                <a:solidFill>
                  <a:srgbClr val="000000"/>
                </a:solidFill>
              </a:rPr>
              <a:t>Expository Writing</a:t>
            </a:r>
          </a:p>
          <a:p>
            <a:pPr defTabSz="914400" fontAlgn="base">
              <a:spcBef>
                <a:spcPct val="50000"/>
              </a:spcBef>
              <a:spcAft>
                <a:spcPct val="0"/>
              </a:spcAft>
              <a:buNone/>
            </a:pPr>
            <a:r>
              <a:rPr lang="en-US" altLang="en-US" sz="2800">
                <a:solidFill>
                  <a:srgbClr val="000000"/>
                </a:solidFill>
              </a:rPr>
              <a:t>ENGL-101</a:t>
            </a:r>
            <a:endParaRPr lang="en-US" altLang="en-US" sz="4000">
              <a:solidFill>
                <a:srgbClr val="000000"/>
              </a:solidFill>
            </a:endParaRPr>
          </a:p>
        </p:txBody>
      </p:sp>
      <p:sp>
        <p:nvSpPr>
          <p:cNvPr id="3077" name="Line 23">
            <a:extLst>
              <a:ext uri="{FF2B5EF4-FFF2-40B4-BE49-F238E27FC236}">
                <a16:creationId xmlns:a16="http://schemas.microsoft.com/office/drawing/2014/main" id="{D813E435-09A4-DD9A-73CA-EFD0105FF72E}"/>
              </a:ext>
            </a:extLst>
          </p:cNvPr>
          <p:cNvSpPr>
            <a:spLocks noChangeShapeType="1"/>
          </p:cNvSpPr>
          <p:nvPr/>
        </p:nvSpPr>
        <p:spPr bwMode="auto">
          <a:xfrm>
            <a:off x="908050" y="2133601"/>
            <a:ext cx="0" cy="1008063"/>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pPr defTabSz="914400"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endParaRPr>
          </a:p>
        </p:txBody>
      </p:sp>
      <p:sp>
        <p:nvSpPr>
          <p:cNvPr id="3078" name="Line 22">
            <a:extLst>
              <a:ext uri="{FF2B5EF4-FFF2-40B4-BE49-F238E27FC236}">
                <a16:creationId xmlns:a16="http://schemas.microsoft.com/office/drawing/2014/main" id="{6814B765-0AF3-7B77-7764-2CEEC4026485}"/>
              </a:ext>
            </a:extLst>
          </p:cNvPr>
          <p:cNvSpPr>
            <a:spLocks noChangeShapeType="1"/>
          </p:cNvSpPr>
          <p:nvPr/>
        </p:nvSpPr>
        <p:spPr bwMode="auto">
          <a:xfrm>
            <a:off x="395289" y="2781300"/>
            <a:ext cx="8137525" cy="0"/>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pPr defTabSz="914400"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B00A736F-4B6B-7C5D-6B90-B1DB4C05A482}"/>
              </a:ext>
            </a:extLst>
          </p:cNvPr>
          <p:cNvGraphicFramePr>
            <a:graphicFrameLocks noGrp="1"/>
          </p:cNvGraphicFramePr>
          <p:nvPr/>
        </p:nvGraphicFramePr>
        <p:xfrm>
          <a:off x="1116014" y="969964"/>
          <a:ext cx="6535737" cy="708025"/>
        </p:xfrm>
        <a:graphic>
          <a:graphicData uri="http://schemas.openxmlformats.org/drawingml/2006/table">
            <a:tbl>
              <a:tblPr firstRow="1" firstCol="1" bandRow="1">
                <a:tableStyleId>{5C22544A-7EE6-4342-B048-85BDC9FD1C3A}</a:tableStyleId>
              </a:tblPr>
              <a:tblGrid>
                <a:gridCol w="831749">
                  <a:extLst>
                    <a:ext uri="{9D8B030D-6E8A-4147-A177-3AD203B41FA5}">
                      <a16:colId xmlns:a16="http://schemas.microsoft.com/office/drawing/2014/main" val="20000"/>
                    </a:ext>
                  </a:extLst>
                </a:gridCol>
                <a:gridCol w="5703988">
                  <a:extLst>
                    <a:ext uri="{9D8B030D-6E8A-4147-A177-3AD203B41FA5}">
                      <a16:colId xmlns:a16="http://schemas.microsoft.com/office/drawing/2014/main" val="20001"/>
                    </a:ext>
                  </a:extLst>
                </a:gridCol>
              </a:tblGrid>
              <a:tr h="708025">
                <a:tc>
                  <a:txBody>
                    <a:bodyPr/>
                    <a:lstStyle/>
                    <a:p>
                      <a:pPr marL="0" marR="0">
                        <a:spcBef>
                          <a:spcPts val="0"/>
                        </a:spcBef>
                        <a:spcAft>
                          <a:spcPts val="0"/>
                        </a:spcAft>
                        <a:tabLst>
                          <a:tab pos="2971800" algn="ctr"/>
                          <a:tab pos="5943600" algn="r"/>
                        </a:tabLst>
                      </a:pPr>
                      <a:endParaRPr lang="en-US" sz="1000" dirty="0">
                        <a:effectLst/>
                        <a:latin typeface="Times New Roman"/>
                        <a:ea typeface="Times New Roman"/>
                        <a:cs typeface="Times New Roman"/>
                      </a:endParaRPr>
                    </a:p>
                  </a:txBody>
                  <a:tcPr marL="68572" marR="68572" marT="0" marB="0"/>
                </a:tc>
                <a:tc>
                  <a:txBody>
                    <a:bodyPr/>
                    <a:lstStyle/>
                    <a:p>
                      <a:pPr marL="0" marR="0">
                        <a:spcBef>
                          <a:spcPts val="0"/>
                        </a:spcBef>
                        <a:spcAft>
                          <a:spcPts val="0"/>
                        </a:spcAft>
                        <a:tabLst>
                          <a:tab pos="2971800" algn="ctr"/>
                          <a:tab pos="5943600" algn="r"/>
                        </a:tabLst>
                      </a:pPr>
                      <a:r>
                        <a:rPr lang="en-US" sz="1400" dirty="0">
                          <a:effectLst/>
                        </a:rPr>
                        <a:t>National University of Sciences &amp; Technology (NUST)</a:t>
                      </a:r>
                      <a:endParaRPr lang="en-US" sz="1100" dirty="0">
                        <a:effectLst/>
                      </a:endParaRPr>
                    </a:p>
                    <a:p>
                      <a:pPr marL="0" marR="0">
                        <a:spcBef>
                          <a:spcPts val="0"/>
                        </a:spcBef>
                        <a:spcAft>
                          <a:spcPts val="0"/>
                        </a:spcAft>
                        <a:tabLst>
                          <a:tab pos="2971800" algn="ctr"/>
                          <a:tab pos="5943600" algn="r"/>
                        </a:tabLst>
                      </a:pPr>
                      <a:r>
                        <a:rPr lang="en-US" sz="1400" dirty="0">
                          <a:effectLst/>
                        </a:rPr>
                        <a:t>School of Electrical Engineering and Computer Science (SEECS)</a:t>
                      </a:r>
                      <a:endParaRPr lang="en-US" sz="1100" dirty="0">
                        <a:effectLst/>
                      </a:endParaRPr>
                    </a:p>
                    <a:p>
                      <a:pPr marL="0" marR="0">
                        <a:spcBef>
                          <a:spcPts val="0"/>
                        </a:spcBef>
                        <a:spcAft>
                          <a:spcPts val="0"/>
                        </a:spcAft>
                        <a:tabLst>
                          <a:tab pos="2971800" algn="ctr"/>
                          <a:tab pos="5943600" algn="r"/>
                        </a:tabLst>
                      </a:pPr>
                      <a:r>
                        <a:rPr lang="en-US" sz="1400" dirty="0">
                          <a:effectLst/>
                        </a:rPr>
                        <a:t>Department of Humanities &amp; Sciences</a:t>
                      </a:r>
                      <a:endParaRPr lang="en-US" sz="1100" dirty="0">
                        <a:effectLst/>
                        <a:latin typeface="Calibri"/>
                        <a:ea typeface="Calibri"/>
                        <a:cs typeface="Times New Roman"/>
                      </a:endParaRPr>
                    </a:p>
                  </a:txBody>
                  <a:tcPr marL="68572" marR="68572" marT="0" marB="0" anchor="ctr"/>
                </a:tc>
                <a:extLst>
                  <a:ext uri="{0D108BD9-81ED-4DB2-BD59-A6C34878D82A}">
                    <a16:rowId xmlns:a16="http://schemas.microsoft.com/office/drawing/2014/main" val="10000"/>
                  </a:ext>
                </a:extLst>
              </a:tr>
            </a:tbl>
          </a:graphicData>
        </a:graphic>
      </p:graphicFrame>
      <p:pic>
        <p:nvPicPr>
          <p:cNvPr id="3087" name="Picture 1" descr="01">
            <a:extLst>
              <a:ext uri="{FF2B5EF4-FFF2-40B4-BE49-F238E27FC236}">
                <a16:creationId xmlns:a16="http://schemas.microsoft.com/office/drawing/2014/main" id="{78931536-6D74-64C3-CDED-5B9EF3FAF7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963614"/>
            <a:ext cx="83185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6" name="TextBox 4">
            <a:extLst>
              <a:ext uri="{FF2B5EF4-FFF2-40B4-BE49-F238E27FC236}">
                <a16:creationId xmlns:a16="http://schemas.microsoft.com/office/drawing/2014/main" id="{BCFAF937-5FCF-3E19-4F1A-9254EC24007E}"/>
              </a:ext>
            </a:extLst>
          </p:cNvPr>
          <p:cNvSpPr txBox="1">
            <a:spLocks noChangeArrowheads="1"/>
          </p:cNvSpPr>
          <p:nvPr/>
        </p:nvSpPr>
        <p:spPr bwMode="auto">
          <a:xfrm>
            <a:off x="908050" y="4437064"/>
            <a:ext cx="7119938" cy="2124075"/>
          </a:xfrm>
          <a:prstGeom prst="rect">
            <a:avLst/>
          </a:prstGeom>
          <a:noFill/>
          <a:ln>
            <a:noFill/>
          </a:ln>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defTabSz="914400" eaLnBrk="0" fontAlgn="base" hangingPunct="0">
              <a:spcBef>
                <a:spcPct val="0"/>
              </a:spcBef>
              <a:spcAft>
                <a:spcPct val="0"/>
              </a:spcAft>
              <a:defRPr/>
            </a:pPr>
            <a:endParaRPr lang="en-US" sz="2000" dirty="0">
              <a:solidFill>
                <a:srgbClr val="333399">
                  <a:lumMod val="50000"/>
                </a:srgbClr>
              </a:solidFill>
            </a:endParaRPr>
          </a:p>
          <a:p>
            <a:pPr defTabSz="914400" eaLnBrk="0" fontAlgn="base" hangingPunct="0">
              <a:spcBef>
                <a:spcPct val="0"/>
              </a:spcBef>
              <a:spcAft>
                <a:spcPct val="0"/>
              </a:spcAft>
              <a:defRPr/>
            </a:pPr>
            <a:endParaRPr lang="en-US" sz="2800" u="sng" dirty="0">
              <a:solidFill>
                <a:srgbClr val="333399">
                  <a:lumMod val="50000"/>
                </a:srgbClr>
              </a:solidFill>
            </a:endParaRPr>
          </a:p>
          <a:p>
            <a:pPr defTabSz="914400" eaLnBrk="0" fontAlgn="base" hangingPunct="0">
              <a:spcBef>
                <a:spcPct val="0"/>
              </a:spcBef>
              <a:spcAft>
                <a:spcPct val="0"/>
              </a:spcAft>
              <a:defRPr/>
            </a:pPr>
            <a:endParaRPr lang="en-US" sz="2800" u="sng" dirty="0">
              <a:solidFill>
                <a:srgbClr val="333399">
                  <a:lumMod val="50000"/>
                </a:srgbClr>
              </a:solidFill>
            </a:endParaRPr>
          </a:p>
          <a:p>
            <a:pPr defTabSz="914400" eaLnBrk="0" fontAlgn="base" hangingPunct="0">
              <a:spcBef>
                <a:spcPct val="0"/>
              </a:spcBef>
              <a:spcAft>
                <a:spcPct val="0"/>
              </a:spcAft>
              <a:defRPr/>
            </a:pPr>
            <a:r>
              <a:rPr lang="en-US" sz="2800" u="sng" dirty="0">
                <a:solidFill>
                  <a:srgbClr val="333399">
                    <a:lumMod val="50000"/>
                  </a:srgbClr>
                </a:solidFill>
              </a:rPr>
              <a:t>Course Instructor</a:t>
            </a:r>
            <a:r>
              <a:rPr lang="en-US" sz="2000" dirty="0">
                <a:solidFill>
                  <a:srgbClr val="333399">
                    <a:lumMod val="50000"/>
                  </a:srgbClr>
                </a:solidFill>
              </a:rPr>
              <a:t>: </a:t>
            </a:r>
            <a:r>
              <a:rPr lang="en-US" sz="2800" dirty="0">
                <a:solidFill>
                  <a:srgbClr val="333399">
                    <a:lumMod val="50000"/>
                  </a:srgbClr>
                </a:solidFill>
              </a:rPr>
              <a:t>Dr Samia Tahir</a:t>
            </a:r>
          </a:p>
          <a:p>
            <a:pPr defTabSz="914400" eaLnBrk="0" fontAlgn="base" hangingPunct="0">
              <a:spcBef>
                <a:spcPct val="0"/>
              </a:spcBef>
              <a:spcAft>
                <a:spcPct val="0"/>
              </a:spcAft>
              <a:defRPr/>
            </a:pPr>
            <a:r>
              <a:rPr lang="en-US" sz="2800" dirty="0">
                <a:solidFill>
                  <a:srgbClr val="333399">
                    <a:lumMod val="50000"/>
                  </a:srgbClr>
                </a:solidFill>
              </a:rPr>
              <a:t>			</a:t>
            </a:r>
            <a:endParaRPr lang="en-US" sz="2000" dirty="0">
              <a:solidFill>
                <a:srgbClr val="333399">
                  <a:lumMod val="50000"/>
                </a:srgbClr>
              </a:solidFill>
            </a:endParaRPr>
          </a:p>
        </p:txBody>
      </p:sp>
      <p:sp>
        <p:nvSpPr>
          <p:cNvPr id="3089" name="TextBox 2">
            <a:extLst>
              <a:ext uri="{FF2B5EF4-FFF2-40B4-BE49-F238E27FC236}">
                <a16:creationId xmlns:a16="http://schemas.microsoft.com/office/drawing/2014/main" id="{2B6476DE-A71E-E3A4-451E-9150F4BB711F}"/>
              </a:ext>
            </a:extLst>
          </p:cNvPr>
          <p:cNvSpPr txBox="1">
            <a:spLocks noChangeArrowheads="1"/>
          </p:cNvSpPr>
          <p:nvPr/>
        </p:nvSpPr>
        <p:spPr bwMode="auto">
          <a:xfrm>
            <a:off x="908051" y="3789364"/>
            <a:ext cx="2417763"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defTabSz="914400" eaLnBrk="0" fontAlgn="base" hangingPunct="0">
              <a:spcBef>
                <a:spcPct val="0"/>
              </a:spcBef>
              <a:spcAft>
                <a:spcPct val="0"/>
              </a:spcAft>
              <a:buNone/>
            </a:pPr>
            <a:r>
              <a:rPr lang="en-US" altLang="en-US" sz="2800" u="sng" dirty="0">
                <a:solidFill>
                  <a:srgbClr val="333399"/>
                </a:solidFill>
              </a:rPr>
              <a:t>Week 5: Lecture # 1</a:t>
            </a:r>
          </a:p>
        </p:txBody>
      </p:sp>
    </p:spTree>
  </p:cSld>
  <p:clrMapOvr>
    <a:masterClrMapping/>
  </p:clrMapOvr>
  <p:transition advTm="31069"/>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2910322" y="583345"/>
            <a:ext cx="5370268" cy="4164820"/>
          </a:xfrm>
        </p:spPr>
        <p:txBody>
          <a:bodyPr vert="horz" lIns="91440" tIns="45720" rIns="91440" bIns="45720" rtlCol="0" anchor="t">
            <a:normAutofit/>
          </a:bodyPr>
          <a:lstStyle/>
          <a:p>
            <a:pPr algn="r" defTabSz="914400">
              <a:lnSpc>
                <a:spcPct val="90000"/>
              </a:lnSpc>
            </a:pPr>
            <a:r>
              <a:rPr lang="en-US" sz="5400" kern="1200" dirty="0">
                <a:solidFill>
                  <a:srgbClr val="FFFFFF"/>
                </a:solidFill>
                <a:latin typeface="+mj-lt"/>
                <a:ea typeface="+mj-ea"/>
                <a:cs typeface="+mj-cs"/>
              </a:rPr>
              <a:t>How Technology Aids in Brainstorming and Pre-Writing Strategies</a:t>
            </a:r>
          </a:p>
        </p:txBody>
      </p:sp>
      <p:sp>
        <p:nvSpPr>
          <p:cNvPr id="3" name="Content Placeholder 2"/>
          <p:cNvSpPr>
            <a:spLocks noGrp="1"/>
          </p:cNvSpPr>
          <p:nvPr>
            <p:ph idx="1"/>
          </p:nvPr>
        </p:nvSpPr>
        <p:spPr>
          <a:xfrm>
            <a:off x="906171" y="5972174"/>
            <a:ext cx="6434024" cy="504825"/>
          </a:xfrm>
        </p:spPr>
        <p:txBody>
          <a:bodyPr vert="horz" lIns="91440" tIns="45720" rIns="91440" bIns="45720" rtlCol="0">
            <a:normAutofit/>
          </a:bodyPr>
          <a:lstStyle/>
          <a:p>
            <a:pPr marL="0" indent="0" defTabSz="914400">
              <a:lnSpc>
                <a:spcPct val="90000"/>
              </a:lnSpc>
              <a:spcBef>
                <a:spcPts val="1000"/>
              </a:spcBef>
              <a:buNone/>
            </a:pPr>
            <a:r>
              <a:rPr lang="en-US" sz="1700" kern="1200">
                <a:solidFill>
                  <a:srgbClr val="FFFFFF"/>
                </a:solidFill>
                <a:latin typeface="+mn-lt"/>
                <a:ea typeface="+mn-ea"/>
                <a:cs typeface="+mn-cs"/>
              </a:rPr>
              <a:t>Enhancing Idea Generation Through Digital Tools</a:t>
            </a: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05769" y="583345"/>
            <a:ext cx="10427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74854" y="812640"/>
            <a:ext cx="68353"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94114" y="1037066"/>
            <a:ext cx="95785"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2085"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7318" y="5636680"/>
            <a:ext cx="113652"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33881" y="6096759"/>
            <a:ext cx="81469"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5716" y="6238029"/>
            <a:ext cx="7181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a:t>The Role of Technology in Writing</a:t>
            </a:r>
          </a:p>
        </p:txBody>
      </p:sp>
      <p:sp>
        <p:nvSpPr>
          <p:cNvPr id="3" name="Content Placeholder 2"/>
          <p:cNvSpPr>
            <a:spLocks noGrp="1"/>
          </p:cNvSpPr>
          <p:nvPr>
            <p:ph idx="1"/>
          </p:nvPr>
        </p:nvSpPr>
        <p:spPr>
          <a:xfrm>
            <a:off x="571350" y="2470244"/>
            <a:ext cx="4000647" cy="3769835"/>
          </a:xfrm>
        </p:spPr>
        <p:txBody>
          <a:bodyPr anchor="ctr">
            <a:normAutofit/>
          </a:bodyPr>
          <a:lstStyle/>
          <a:p>
            <a:r>
              <a:rPr lang="en-US" sz="2000" dirty="0"/>
              <a:t>Technology enhances brainstorming and pre-writing.</a:t>
            </a:r>
          </a:p>
          <a:p>
            <a:r>
              <a:rPr lang="en-US" sz="2000" dirty="0"/>
              <a:t>Provides visual, AI-powered, and collaborative tools.</a:t>
            </a:r>
          </a:p>
          <a:p>
            <a:r>
              <a:rPr lang="en-US" sz="2000" dirty="0"/>
              <a:t>Helps organize thoughts and structure ideas effectively.</a:t>
            </a:r>
          </a:p>
        </p:txBody>
      </p:sp>
      <p:pic>
        <p:nvPicPr>
          <p:cNvPr id="5" name="Picture 4" descr="A person reaching for a paper on a table full of paper and sticky notes">
            <a:extLst>
              <a:ext uri="{FF2B5EF4-FFF2-40B4-BE49-F238E27FC236}">
                <a16:creationId xmlns:a16="http://schemas.microsoft.com/office/drawing/2014/main" id="{33B6DE26-7921-A4A4-DB92-404E65D119F5}"/>
              </a:ext>
            </a:extLst>
          </p:cNvPr>
          <p:cNvPicPr>
            <a:picLocks noChangeAspect="1"/>
          </p:cNvPicPr>
          <p:nvPr/>
        </p:nvPicPr>
        <p:blipFill>
          <a:blip r:embed="rId2"/>
          <a:srcRect l="30065" r="31058" b="-1"/>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ADE0B-CFCB-9F0F-6A1D-6E6A7F722750}"/>
              </a:ext>
            </a:extLst>
          </p:cNvPr>
          <p:cNvSpPr>
            <a:spLocks noGrp="1"/>
          </p:cNvSpPr>
          <p:nvPr>
            <p:ph type="title"/>
          </p:nvPr>
        </p:nvSpPr>
        <p:spPr/>
        <p:txBody>
          <a:bodyPr/>
          <a:lstStyle/>
          <a:p>
            <a:endParaRPr lang="en-US"/>
          </a:p>
        </p:txBody>
      </p:sp>
      <p:pic>
        <p:nvPicPr>
          <p:cNvPr id="5" name="Content Placeholder 4" descr="A page of a book">
            <a:extLst>
              <a:ext uri="{FF2B5EF4-FFF2-40B4-BE49-F238E27FC236}">
                <a16:creationId xmlns:a16="http://schemas.microsoft.com/office/drawing/2014/main" id="{5212DDED-6369-52BB-3209-22F03CE92502}"/>
              </a:ext>
            </a:extLst>
          </p:cNvPr>
          <p:cNvPicPr>
            <a:picLocks noGrp="1" noChangeAspect="1"/>
          </p:cNvPicPr>
          <p:nvPr>
            <p:ph idx="1"/>
          </p:nvPr>
        </p:nvPicPr>
        <p:blipFill>
          <a:blip r:embed="rId2"/>
          <a:stretch>
            <a:fillRect/>
          </a:stretch>
        </p:blipFill>
        <p:spPr>
          <a:xfrm>
            <a:off x="1106130" y="410164"/>
            <a:ext cx="6489289" cy="6037672"/>
          </a:xfrm>
        </p:spPr>
      </p:pic>
    </p:spTree>
    <p:extLst>
      <p:ext uri="{BB962C8B-B14F-4D97-AF65-F5344CB8AC3E}">
        <p14:creationId xmlns:p14="http://schemas.microsoft.com/office/powerpoint/2010/main" val="557077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145AB21-EC94-6038-1199-42342EEF49E6}"/>
              </a:ext>
            </a:extLst>
          </p:cNvPr>
          <p:cNvSpPr>
            <a:spLocks noGrp="1"/>
          </p:cNvSpPr>
          <p:nvPr>
            <p:ph idx="1"/>
          </p:nvPr>
        </p:nvSpPr>
        <p:spPr>
          <a:xfrm>
            <a:off x="3607694" y="649480"/>
            <a:ext cx="4916510" cy="5546047"/>
          </a:xfrm>
        </p:spPr>
        <p:txBody>
          <a:bodyPr anchor="ctr">
            <a:normAutofit/>
          </a:bodyPr>
          <a:lstStyle/>
          <a:p>
            <a:pPr marL="0" indent="0" algn="just">
              <a:buNone/>
            </a:pPr>
            <a:r>
              <a:rPr lang="en-US" sz="2800" dirty="0"/>
              <a:t>“As new technological tools continue to emerge and impact learning, teachers, students and researchers are facing the question of how to best utilize the vast array of technological tools in the classroom”. </a:t>
            </a:r>
          </a:p>
        </p:txBody>
      </p:sp>
    </p:spTree>
    <p:extLst>
      <p:ext uri="{BB962C8B-B14F-4D97-AF65-F5344CB8AC3E}">
        <p14:creationId xmlns:p14="http://schemas.microsoft.com/office/powerpoint/2010/main" val="2505707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54"/>
            <a:ext cx="9144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Old computer monitors">
            <a:extLst>
              <a:ext uri="{FF2B5EF4-FFF2-40B4-BE49-F238E27FC236}">
                <a16:creationId xmlns:a16="http://schemas.microsoft.com/office/drawing/2014/main" id="{15AD6D69-8192-2C98-4E10-3845568EE883}"/>
              </a:ext>
            </a:extLst>
          </p:cNvPr>
          <p:cNvPicPr>
            <a:picLocks noChangeAspect="1"/>
          </p:cNvPicPr>
          <p:nvPr/>
        </p:nvPicPr>
        <p:blipFill>
          <a:blip r:embed="rId2"/>
          <a:srcRect l="33098" r="39801" b="-1"/>
          <a:stretch>
            <a:fillRect/>
          </a:stretch>
        </p:blipFill>
        <p:spPr>
          <a:xfrm>
            <a:off x="20" y="10"/>
            <a:ext cx="281604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3" name="Content Placeholder 2">
            <a:extLst>
              <a:ext uri="{FF2B5EF4-FFF2-40B4-BE49-F238E27FC236}">
                <a16:creationId xmlns:a16="http://schemas.microsoft.com/office/drawing/2014/main" id="{FE8D5EE7-9A81-9FE9-6892-F30FB78D7C4D}"/>
              </a:ext>
            </a:extLst>
          </p:cNvPr>
          <p:cNvSpPr>
            <a:spLocks noGrp="1"/>
          </p:cNvSpPr>
          <p:nvPr>
            <p:ph idx="1"/>
          </p:nvPr>
        </p:nvSpPr>
        <p:spPr>
          <a:xfrm>
            <a:off x="3429000" y="2201958"/>
            <a:ext cx="5086350" cy="3900730"/>
          </a:xfrm>
        </p:spPr>
        <p:txBody>
          <a:bodyPr anchor="t">
            <a:normAutofit lnSpcReduction="10000"/>
          </a:bodyPr>
          <a:lstStyle/>
          <a:p>
            <a:r>
              <a:rPr lang="en-US" sz="2000" dirty="0">
                <a:latin typeface="Times" panose="02020603050405020304" pitchFamily="18" charset="0"/>
              </a:rPr>
              <a:t>Tec</a:t>
            </a:r>
            <a:r>
              <a:rPr lang="en-US" sz="2000" dirty="0">
                <a:effectLst/>
                <a:latin typeface="Times" panose="02020603050405020304" pitchFamily="18" charset="0"/>
              </a:rPr>
              <a:t>hnology should be balanced judiciously in the pre-writing stages. </a:t>
            </a:r>
          </a:p>
          <a:p>
            <a:r>
              <a:rPr lang="en-US" sz="2000" dirty="0">
                <a:effectLst/>
                <a:latin typeface="Times" panose="02020603050405020304" pitchFamily="18" charset="0"/>
              </a:rPr>
              <a:t>Conventional methods cannot be totally ignored as it has its own advantages. </a:t>
            </a:r>
          </a:p>
          <a:p>
            <a:r>
              <a:rPr lang="en-US" sz="2000" dirty="0">
                <a:effectLst/>
                <a:latin typeface="Times" panose="02020603050405020304" pitchFamily="18" charset="0"/>
              </a:rPr>
              <a:t>A good teacher should balance and blend the methods. </a:t>
            </a:r>
          </a:p>
          <a:p>
            <a:r>
              <a:rPr lang="en-US" sz="2000" dirty="0">
                <a:effectLst/>
                <a:latin typeface="Times" panose="02020603050405020304" pitchFamily="18" charset="0"/>
              </a:rPr>
              <a:t>In the contemporary scenario, it is necessary to have access to a variety of technological assistance to foster an interactive classroom atmosphere and achieve our educational goals.</a:t>
            </a:r>
            <a:br>
              <a:rPr lang="en-US" sz="2000" dirty="0"/>
            </a:br>
            <a:endParaRPr lang="en-US" sz="2000" dirty="0"/>
          </a:p>
        </p:txBody>
      </p:sp>
    </p:spTree>
    <p:extLst>
      <p:ext uri="{BB962C8B-B14F-4D97-AF65-F5344CB8AC3E}">
        <p14:creationId xmlns:p14="http://schemas.microsoft.com/office/powerpoint/2010/main" val="1018713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54"/>
            <a:ext cx="9144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obile device with apps">
            <a:extLst>
              <a:ext uri="{FF2B5EF4-FFF2-40B4-BE49-F238E27FC236}">
                <a16:creationId xmlns:a16="http://schemas.microsoft.com/office/drawing/2014/main" id="{21C952E7-7780-84CE-7BD8-E967B6206E7A}"/>
              </a:ext>
            </a:extLst>
          </p:cNvPr>
          <p:cNvPicPr>
            <a:picLocks noChangeAspect="1"/>
          </p:cNvPicPr>
          <p:nvPr/>
        </p:nvPicPr>
        <p:blipFill>
          <a:blip r:embed="rId2"/>
          <a:srcRect l="58237" r="18666"/>
          <a:stretch>
            <a:fillRect/>
          </a:stretch>
        </p:blipFill>
        <p:spPr>
          <a:xfrm>
            <a:off x="20" y="10"/>
            <a:ext cx="281604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3" name="Content Placeholder 2">
            <a:extLst>
              <a:ext uri="{FF2B5EF4-FFF2-40B4-BE49-F238E27FC236}">
                <a16:creationId xmlns:a16="http://schemas.microsoft.com/office/drawing/2014/main" id="{60C76AA8-79AD-DF3D-FBDD-F61BF527EEEC}"/>
              </a:ext>
            </a:extLst>
          </p:cNvPr>
          <p:cNvSpPr>
            <a:spLocks noGrp="1"/>
          </p:cNvSpPr>
          <p:nvPr>
            <p:ph idx="1"/>
          </p:nvPr>
        </p:nvSpPr>
        <p:spPr>
          <a:xfrm>
            <a:off x="3429000" y="2201958"/>
            <a:ext cx="5086350" cy="3900730"/>
          </a:xfrm>
        </p:spPr>
        <p:txBody>
          <a:bodyPr anchor="t">
            <a:normAutofit/>
          </a:bodyPr>
          <a:lstStyle/>
          <a:p>
            <a:r>
              <a:rPr lang="en-US" sz="2400" dirty="0"/>
              <a:t>Avoid using technology just for the sake of using technology.</a:t>
            </a:r>
          </a:p>
          <a:p>
            <a:r>
              <a:rPr lang="en-US" sz="2400" dirty="0"/>
              <a:t>New technologies should be considered only when it is clear how they can enhance, expand, and/or deepen your brainstorming. </a:t>
            </a:r>
          </a:p>
        </p:txBody>
      </p:sp>
    </p:spTree>
    <p:extLst>
      <p:ext uri="{BB962C8B-B14F-4D97-AF65-F5344CB8AC3E}">
        <p14:creationId xmlns:p14="http://schemas.microsoft.com/office/powerpoint/2010/main" val="2118839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42713" y="-1142284"/>
            <a:ext cx="68580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125298" y="-161647"/>
            <a:ext cx="4894564"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40CAD78B-4A86-8026-321C-37B81D1BB829}"/>
              </a:ext>
            </a:extLst>
          </p:cNvPr>
          <p:cNvPicPr>
            <a:picLocks noGrp="1" noChangeAspect="1"/>
          </p:cNvPicPr>
          <p:nvPr>
            <p:ph idx="1"/>
          </p:nvPr>
        </p:nvPicPr>
        <p:blipFill>
          <a:blip r:embed="rId2"/>
          <a:srcRect t="19188" r="-2" b="5475"/>
          <a:stretch>
            <a:fillRect/>
          </a:stretch>
        </p:blipFill>
        <p:spPr>
          <a:xfrm>
            <a:off x="607423" y="457200"/>
            <a:ext cx="7929153" cy="5943600"/>
          </a:xfrm>
          <a:prstGeom prst="rect">
            <a:avLst/>
          </a:prstGeom>
        </p:spPr>
      </p:pic>
    </p:spTree>
    <p:extLst>
      <p:ext uri="{BB962C8B-B14F-4D97-AF65-F5344CB8AC3E}">
        <p14:creationId xmlns:p14="http://schemas.microsoft.com/office/powerpoint/2010/main" val="3612354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AI in Writing and Pre-Writing</a:t>
            </a:r>
          </a:p>
        </p:txBody>
      </p:sp>
      <p:graphicFrame>
        <p:nvGraphicFramePr>
          <p:cNvPr id="5" name="Content Placeholder 2">
            <a:extLst>
              <a:ext uri="{FF2B5EF4-FFF2-40B4-BE49-F238E27FC236}">
                <a16:creationId xmlns:a16="http://schemas.microsoft.com/office/drawing/2014/main" id="{82F987AC-1665-E4BC-589C-8336BC209C3E}"/>
              </a:ext>
            </a:extLst>
          </p:cNvPr>
          <p:cNvGraphicFramePr>
            <a:graphicFrameLocks noGrp="1"/>
          </p:cNvGraphicFramePr>
          <p:nvPr>
            <p:ph idx="1"/>
            <p:extLst>
              <p:ext uri="{D42A27DB-BD31-4B8C-83A1-F6EECF244321}">
                <p14:modId xmlns:p14="http://schemas.microsoft.com/office/powerpoint/2010/main" val="1989643336"/>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4B913-EDCB-01CB-C710-DEDBB8B9DFBB}"/>
              </a:ext>
            </a:extLst>
          </p:cNvPr>
          <p:cNvSpPr>
            <a:spLocks noGrp="1"/>
          </p:cNvSpPr>
          <p:nvPr>
            <p:ph type="title"/>
          </p:nvPr>
        </p:nvSpPr>
        <p:spPr>
          <a:xfrm>
            <a:off x="457200" y="274638"/>
            <a:ext cx="8229600" cy="330046"/>
          </a:xfrm>
        </p:spPr>
        <p:txBody>
          <a:bodyPr>
            <a:normAutofit fontScale="90000"/>
          </a:bodyPr>
          <a:lstStyle/>
          <a:p>
            <a:r>
              <a:rPr lang="en-US" dirty="0"/>
              <a:t>Using Generative AI for Brainstorming</a:t>
            </a:r>
          </a:p>
        </p:txBody>
      </p:sp>
      <p:sp>
        <p:nvSpPr>
          <p:cNvPr id="3" name="Content Placeholder 2">
            <a:extLst>
              <a:ext uri="{FF2B5EF4-FFF2-40B4-BE49-F238E27FC236}">
                <a16:creationId xmlns:a16="http://schemas.microsoft.com/office/drawing/2014/main" id="{DBB2C652-7B6D-D6BB-B7B9-724B996CA445}"/>
              </a:ext>
            </a:extLst>
          </p:cNvPr>
          <p:cNvSpPr>
            <a:spLocks noGrp="1"/>
          </p:cNvSpPr>
          <p:nvPr>
            <p:ph idx="1"/>
          </p:nvPr>
        </p:nvSpPr>
        <p:spPr>
          <a:xfrm>
            <a:off x="162232" y="973394"/>
            <a:ext cx="8686800" cy="5609968"/>
          </a:xfrm>
        </p:spPr>
        <p:txBody>
          <a:bodyPr>
            <a:normAutofit fontScale="62500" lnSpcReduction="20000"/>
          </a:bodyPr>
          <a:lstStyle/>
          <a:p>
            <a:r>
              <a:rPr lang="en-US" b="0" i="0" dirty="0">
                <a:effectLst/>
                <a:latin typeface="-apple-system"/>
              </a:rPr>
              <a:t>Using generative AI for brainstorming has been a hot topic recently.</a:t>
            </a:r>
          </a:p>
          <a:p>
            <a:r>
              <a:rPr lang="en-US" dirty="0">
                <a:latin typeface="-apple-system"/>
              </a:rPr>
              <a:t>L</a:t>
            </a:r>
            <a:r>
              <a:rPr lang="en-US" b="0" i="0" dirty="0">
                <a:effectLst/>
                <a:latin typeface="-apple-system"/>
              </a:rPr>
              <a:t>arge-language models supercharge ideation via sheer productivity (persistence) and wide semantic breadth (flexibility), yet they also reveal where returns flatten and sameness creeps in. </a:t>
            </a:r>
          </a:p>
          <a:p>
            <a:r>
              <a:rPr lang="en-US" b="0" i="0" dirty="0">
                <a:effectLst/>
                <a:latin typeface="-apple-system"/>
              </a:rPr>
              <a:t>Here are some takeaways: </a:t>
            </a:r>
          </a:p>
          <a:p>
            <a:pPr marL="514350" indent="-514350">
              <a:buAutoNum type="arabicPeriod"/>
            </a:pPr>
            <a:r>
              <a:rPr lang="en-US" b="0" i="0" dirty="0">
                <a:effectLst/>
                <a:latin typeface="-apple-system"/>
              </a:rPr>
              <a:t>Let the model dump ideas until you see originality plateau (around the 500-idea mark in their tests) and only then switch to evaluation.</a:t>
            </a:r>
          </a:p>
          <a:p>
            <a:pPr marL="514350" indent="-514350">
              <a:buAutoNum type="arabicPeriod"/>
            </a:pPr>
            <a:r>
              <a:rPr lang="en-US" b="0" i="0" dirty="0">
                <a:effectLst/>
                <a:latin typeface="-apple-system"/>
              </a:rPr>
              <a:t>Deliberately toggle depth vs. breadth. Feed the model with certain data (or have it fetch specific information) to stay focused on facts, then shift to persona prompts (thinking like certain people), or ask models chain-of-thought instructions to ideate more broadly.</a:t>
            </a:r>
          </a:p>
          <a:p>
            <a:pPr marL="514350" indent="-514350">
              <a:buAutoNum type="arabicPeriod"/>
            </a:pPr>
            <a:r>
              <a:rPr lang="en-US" b="0" i="0" dirty="0">
                <a:effectLst/>
                <a:latin typeface="-apple-system"/>
              </a:rPr>
              <a:t>Run parallel prompt variations before you merge ideas; otherwise, group trends toward the same “safe” concepts. </a:t>
            </a:r>
            <a:r>
              <a:rPr lang="en-US" dirty="0">
                <a:latin typeface="-apple-system"/>
              </a:rPr>
              <a:t>U</a:t>
            </a:r>
            <a:r>
              <a:rPr lang="en-US" b="0" i="0" dirty="0">
                <a:effectLst/>
                <a:latin typeface="-apple-system"/>
              </a:rPr>
              <a:t>se words like ‘unexpected’ or ‘unique’ when prompting helps as well.</a:t>
            </a:r>
          </a:p>
          <a:p>
            <a:pPr marL="514350" indent="-514350">
              <a:buAutoNum type="arabicPeriod"/>
            </a:pPr>
            <a:r>
              <a:rPr lang="en-US" b="0" i="0" dirty="0">
                <a:effectLst/>
                <a:latin typeface="-apple-system"/>
              </a:rPr>
              <a:t>Filter ruthlessly -- higher-temperature boosts novelty but also </a:t>
            </a:r>
            <a:r>
              <a:rPr lang="en-US" dirty="0">
                <a:latin typeface="-apple-system"/>
              </a:rPr>
              <a:t>elevates</a:t>
            </a:r>
            <a:r>
              <a:rPr lang="en-US" b="0" i="0" dirty="0">
                <a:effectLst/>
                <a:latin typeface="-apple-system"/>
              </a:rPr>
              <a:t> hallucinations. </a:t>
            </a:r>
          </a:p>
          <a:p>
            <a:pPr marL="0" indent="0">
              <a:buNone/>
            </a:pPr>
            <a:r>
              <a:rPr lang="en-US" dirty="0">
                <a:latin typeface="-apple-system"/>
              </a:rPr>
              <a:t>Final word:</a:t>
            </a:r>
          </a:p>
          <a:p>
            <a:pPr marL="0" indent="0">
              <a:buNone/>
            </a:pPr>
            <a:r>
              <a:rPr lang="en-US" b="0" i="0" dirty="0">
                <a:effectLst/>
                <a:latin typeface="-apple-system"/>
              </a:rPr>
              <a:t>Bottom line: Use the machine to widen the search space, then bring human judgment back to choose, refine, and elevate the best ideas.</a:t>
            </a:r>
            <a:endParaRPr lang="en-US" dirty="0"/>
          </a:p>
        </p:txBody>
      </p:sp>
    </p:spTree>
    <p:extLst>
      <p:ext uri="{BB962C8B-B14F-4D97-AF65-F5344CB8AC3E}">
        <p14:creationId xmlns:p14="http://schemas.microsoft.com/office/powerpoint/2010/main" val="885738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a:t>Mind Mapping for Idea Generation</a:t>
            </a:r>
          </a:p>
        </p:txBody>
      </p:sp>
      <p:sp>
        <p:nvSpPr>
          <p:cNvPr id="3" name="Content Placeholder 2"/>
          <p:cNvSpPr>
            <a:spLocks noGrp="1"/>
          </p:cNvSpPr>
          <p:nvPr>
            <p:ph idx="1"/>
          </p:nvPr>
        </p:nvSpPr>
        <p:spPr>
          <a:xfrm>
            <a:off x="571351" y="2743200"/>
            <a:ext cx="3485179" cy="3613149"/>
          </a:xfrm>
        </p:spPr>
        <p:txBody>
          <a:bodyPr anchor="ctr">
            <a:normAutofit/>
          </a:bodyPr>
          <a:lstStyle/>
          <a:p>
            <a:r>
              <a:rPr lang="en-US" sz="2000" dirty="0"/>
              <a:t>Visual organization of ideas.</a:t>
            </a:r>
          </a:p>
          <a:p>
            <a:r>
              <a:rPr lang="en-US" sz="2000" dirty="0"/>
              <a:t>Helps in creating structured outlines.</a:t>
            </a:r>
          </a:p>
          <a:p>
            <a:r>
              <a:rPr lang="en-US" sz="2000" dirty="0"/>
              <a:t>Supports logical connections between concepts.</a:t>
            </a:r>
          </a:p>
          <a:p>
            <a:r>
              <a:rPr lang="en-US" sz="2000" dirty="0"/>
              <a:t>Example of </a:t>
            </a:r>
            <a:r>
              <a:rPr lang="en-US" sz="2000" dirty="0" err="1"/>
              <a:t>InnovationCloud</a:t>
            </a:r>
            <a:r>
              <a:rPr lang="en-US" sz="2000" dirty="0"/>
              <a:t> for remote participants.</a:t>
            </a:r>
          </a:p>
        </p:txBody>
      </p:sp>
      <p:pic>
        <p:nvPicPr>
          <p:cNvPr id="5" name="Picture 4" descr="Pins pinned on a white surface and connecting a black thread">
            <a:extLst>
              <a:ext uri="{FF2B5EF4-FFF2-40B4-BE49-F238E27FC236}">
                <a16:creationId xmlns:a16="http://schemas.microsoft.com/office/drawing/2014/main" id="{5F097736-70C0-B138-0AB5-D644B82024AA}"/>
              </a:ext>
            </a:extLst>
          </p:cNvPr>
          <p:cNvPicPr>
            <a:picLocks noChangeAspect="1"/>
          </p:cNvPicPr>
          <p:nvPr/>
        </p:nvPicPr>
        <p:blipFill>
          <a:blip r:embed="rId2"/>
          <a:srcRect l="12766" r="42683" b="-2"/>
          <a:stretch/>
        </p:blipFill>
        <p:spPr>
          <a:xfrm>
            <a:off x="4572000" y="1"/>
            <a:ext cx="4577118"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en-US" sz="3100" i="1" dirty="0" err="1">
                <a:solidFill>
                  <a:srgbClr val="FFFFFF"/>
                </a:solidFill>
              </a:rPr>
              <a:t>Mindly</a:t>
            </a:r>
            <a:r>
              <a:rPr lang="en-US" sz="3100" dirty="0">
                <a:solidFill>
                  <a:srgbClr val="FFFFFF"/>
                </a:solidFill>
              </a:rPr>
              <a:t> – Collaborative Mind Mapping</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r>
              <a:rPr dirty="0"/>
              <a:t>Interactive diagrams for idea generation.</a:t>
            </a:r>
          </a:p>
          <a:p>
            <a:r>
              <a:rPr dirty="0"/>
              <a:t>Helps structure thoughts efficiently.</a:t>
            </a:r>
          </a:p>
          <a:p>
            <a:r>
              <a:rPr dirty="0"/>
              <a:t>Enables team collaboration in brainstorming sessions.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en-US" i="1" dirty="0" err="1">
                <a:solidFill>
                  <a:srgbClr val="FFFFFF"/>
                </a:solidFill>
              </a:rPr>
              <a:t>TheBrain</a:t>
            </a:r>
            <a:r>
              <a:rPr lang="en-US" dirty="0">
                <a:solidFill>
                  <a:srgbClr val="FFFFFF"/>
                </a:solidFill>
              </a:rPr>
              <a:t> – Dynamic Mind Mapping</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r>
              <a:rPr dirty="0"/>
              <a:t>Creates complex relationships between ideas.</a:t>
            </a:r>
          </a:p>
          <a:p>
            <a:r>
              <a:rPr dirty="0"/>
              <a:t>Useful for outlining narratives, research papers.</a:t>
            </a:r>
          </a:p>
          <a:p>
            <a:r>
              <a:rPr dirty="0"/>
              <a:t>Visually connects different concepts.</a:t>
            </a:r>
          </a:p>
          <a:p>
            <a:r>
              <a:rPr dirty="0"/>
              <a:t>Provides a flexible way to manage interconnected thoughts.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en-US" sz="2800" i="1" dirty="0">
                <a:solidFill>
                  <a:srgbClr val="FFFFFF"/>
                </a:solidFill>
              </a:rPr>
              <a:t>Miro</a:t>
            </a:r>
            <a:r>
              <a:rPr lang="en-US" sz="2800" dirty="0">
                <a:solidFill>
                  <a:srgbClr val="FFFFFF"/>
                </a:solidFill>
              </a:rPr>
              <a:t> – Digital Whiteboard for Brainstorming</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r>
              <a:rPr dirty="0"/>
              <a:t>Supports flowcharts, sticky notes, and team collaboration.</a:t>
            </a:r>
          </a:p>
          <a:p>
            <a:r>
              <a:rPr dirty="0"/>
              <a:t>Ideal for outlining content visually.</a:t>
            </a:r>
          </a:p>
          <a:p>
            <a:r>
              <a:rPr dirty="0"/>
              <a:t>Enhances idea generation in groups.</a:t>
            </a:r>
          </a:p>
          <a:p>
            <a:r>
              <a:rPr dirty="0"/>
              <a:t>Offers real-time collaboration with remote teams.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lorful adhesive taps and pen on open notebook">
            <a:extLst>
              <a:ext uri="{FF2B5EF4-FFF2-40B4-BE49-F238E27FC236}">
                <a16:creationId xmlns:a16="http://schemas.microsoft.com/office/drawing/2014/main" id="{C69071B0-DAB1-70E1-2895-DEEEC399FC99}"/>
              </a:ext>
            </a:extLst>
          </p:cNvPr>
          <p:cNvPicPr>
            <a:picLocks noChangeAspect="1"/>
          </p:cNvPicPr>
          <p:nvPr/>
        </p:nvPicPr>
        <p:blipFill>
          <a:blip r:embed="rId2"/>
          <a:srcRect l="3325" r="57181" b="-2"/>
          <a:stretch/>
        </p:blipFill>
        <p:spPr>
          <a:xfrm>
            <a:off x="20" y="-2"/>
            <a:ext cx="4057627"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7647" y="-1"/>
            <a:ext cx="508635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86487" y="405685"/>
            <a:ext cx="4098726" cy="1559301"/>
          </a:xfrm>
        </p:spPr>
        <p:txBody>
          <a:bodyPr>
            <a:normAutofit/>
          </a:bodyPr>
          <a:lstStyle/>
          <a:p>
            <a:r>
              <a:rPr lang="en-US" sz="3500"/>
              <a:t>Organizing Research and Key Points</a:t>
            </a:r>
          </a:p>
        </p:txBody>
      </p:sp>
      <p:sp>
        <p:nvSpPr>
          <p:cNvPr id="3" name="Content Placeholder 2"/>
          <p:cNvSpPr>
            <a:spLocks noGrp="1"/>
          </p:cNvSpPr>
          <p:nvPr>
            <p:ph idx="1"/>
          </p:nvPr>
        </p:nvSpPr>
        <p:spPr>
          <a:xfrm>
            <a:off x="4586487" y="2743200"/>
            <a:ext cx="3935505" cy="3496878"/>
          </a:xfrm>
        </p:spPr>
        <p:txBody>
          <a:bodyPr anchor="ctr">
            <a:normAutofit/>
          </a:bodyPr>
          <a:lstStyle/>
          <a:p>
            <a:r>
              <a:rPr lang="en-US" sz="2000" dirty="0"/>
              <a:t>Apps: Evernote, OneNote, Notion.</a:t>
            </a:r>
          </a:p>
          <a:p>
            <a:r>
              <a:rPr lang="en-US" sz="2000" dirty="0"/>
              <a:t>Enables structured note-taking.</a:t>
            </a:r>
          </a:p>
          <a:p>
            <a:r>
              <a:rPr lang="en-US" sz="2000" dirty="0"/>
              <a:t>Assists in compiling research materials.</a:t>
            </a:r>
          </a:p>
          <a:p>
            <a:r>
              <a:rPr lang="en-US" sz="2000" dirty="0"/>
              <a:t>Facilitates easy retrieval of stored information.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eople at the meeting desk">
            <a:extLst>
              <a:ext uri="{FF2B5EF4-FFF2-40B4-BE49-F238E27FC236}">
                <a16:creationId xmlns:a16="http://schemas.microsoft.com/office/drawing/2014/main" id="{2D763DCF-3B82-D9F9-7A1A-2FBDC00C7902}"/>
              </a:ext>
            </a:extLst>
          </p:cNvPr>
          <p:cNvPicPr>
            <a:picLocks noChangeAspect="1"/>
          </p:cNvPicPr>
          <p:nvPr/>
        </p:nvPicPr>
        <p:blipFill>
          <a:blip r:embed="rId2"/>
          <a:srcRect l="28658" r="38061"/>
          <a:stretch/>
        </p:blipFill>
        <p:spPr>
          <a:xfrm>
            <a:off x="20" y="-2"/>
            <a:ext cx="4057627"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7647" y="-1"/>
            <a:ext cx="508635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86487" y="405685"/>
            <a:ext cx="4098726" cy="1559301"/>
          </a:xfrm>
        </p:spPr>
        <p:txBody>
          <a:bodyPr>
            <a:normAutofit/>
          </a:bodyPr>
          <a:lstStyle/>
          <a:p>
            <a:r>
              <a:rPr lang="en-US" sz="3500"/>
              <a:t>Enhancing Team-Based Writing</a:t>
            </a:r>
          </a:p>
        </p:txBody>
      </p:sp>
      <p:sp>
        <p:nvSpPr>
          <p:cNvPr id="3" name="Content Placeholder 2"/>
          <p:cNvSpPr>
            <a:spLocks noGrp="1"/>
          </p:cNvSpPr>
          <p:nvPr>
            <p:ph idx="1"/>
          </p:nvPr>
        </p:nvSpPr>
        <p:spPr>
          <a:xfrm>
            <a:off x="4586487" y="2743200"/>
            <a:ext cx="3935505" cy="3496878"/>
          </a:xfrm>
        </p:spPr>
        <p:txBody>
          <a:bodyPr anchor="ctr">
            <a:normAutofit/>
          </a:bodyPr>
          <a:lstStyle/>
          <a:p>
            <a:r>
              <a:rPr lang="en-US" sz="2000" dirty="0"/>
              <a:t>Tools: Google Docs, Trello, Notion.</a:t>
            </a:r>
          </a:p>
          <a:p>
            <a:r>
              <a:rPr lang="en-US" sz="2000" dirty="0"/>
              <a:t>Supports sharing and receiving feedback.</a:t>
            </a:r>
          </a:p>
          <a:p>
            <a:r>
              <a:rPr lang="en-US" sz="2000" dirty="0"/>
              <a:t>Refines writing approach through collaboration.</a:t>
            </a:r>
          </a:p>
          <a:p>
            <a:r>
              <a:rPr lang="en-US" sz="2000" dirty="0"/>
              <a:t>Allows multiple users to edit in real-time.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a:t>Final Thoughts</a:t>
            </a:r>
          </a:p>
        </p:txBody>
      </p:sp>
      <p:sp>
        <p:nvSpPr>
          <p:cNvPr id="3" name="Content Placeholder 2"/>
          <p:cNvSpPr>
            <a:spLocks noGrp="1"/>
          </p:cNvSpPr>
          <p:nvPr>
            <p:ph idx="1"/>
          </p:nvPr>
        </p:nvSpPr>
        <p:spPr>
          <a:xfrm>
            <a:off x="571350" y="2470244"/>
            <a:ext cx="4000647" cy="3769835"/>
          </a:xfrm>
        </p:spPr>
        <p:txBody>
          <a:bodyPr anchor="ctr">
            <a:normAutofit/>
          </a:bodyPr>
          <a:lstStyle/>
          <a:p>
            <a:r>
              <a:rPr lang="en-US" sz="2000" dirty="0"/>
              <a:t>Technology makes brainstorming more efficient.</a:t>
            </a:r>
          </a:p>
          <a:p>
            <a:r>
              <a:rPr lang="en-US" sz="2000" dirty="0"/>
              <a:t>Mind mapping, AI, and collaboration tools streamline pre-writing.</a:t>
            </a:r>
          </a:p>
          <a:p>
            <a:r>
              <a:rPr lang="en-US" sz="2000" dirty="0"/>
              <a:t>Use digital tools to enhance creativity and organization.</a:t>
            </a:r>
          </a:p>
          <a:p>
            <a:r>
              <a:rPr lang="en-US" sz="2000" dirty="0"/>
              <a:t>Selecting the right tool can improve productivity and idea development.</a:t>
            </a:r>
          </a:p>
        </p:txBody>
      </p:sp>
      <p:pic>
        <p:nvPicPr>
          <p:cNvPr id="5" name="Picture 4" descr="School and office supplies">
            <a:extLst>
              <a:ext uri="{FF2B5EF4-FFF2-40B4-BE49-F238E27FC236}">
                <a16:creationId xmlns:a16="http://schemas.microsoft.com/office/drawing/2014/main" id="{7FBD9FA6-31D0-CED6-7431-CA4DC6A703A3}"/>
              </a:ext>
            </a:extLst>
          </p:cNvPr>
          <p:cNvPicPr>
            <a:picLocks noChangeAspect="1"/>
          </p:cNvPicPr>
          <p:nvPr/>
        </p:nvPicPr>
        <p:blipFill>
          <a:blip r:embed="rId2"/>
          <a:srcRect l="45417" r="15705" b="-1"/>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7B974-9932-A2C1-6DD9-3FADE3B2A5A1}"/>
              </a:ext>
            </a:extLst>
          </p:cNvPr>
          <p:cNvSpPr>
            <a:spLocks noGrp="1"/>
          </p:cNvSpPr>
          <p:nvPr>
            <p:ph type="title"/>
          </p:nvPr>
        </p:nvSpPr>
        <p:spPr/>
        <p:txBody>
          <a:bodyPr/>
          <a:lstStyle/>
          <a:p>
            <a:r>
              <a:rPr lang="en-US" dirty="0"/>
              <a:t>Activity</a:t>
            </a:r>
          </a:p>
        </p:txBody>
      </p:sp>
      <p:sp>
        <p:nvSpPr>
          <p:cNvPr id="3" name="Content Placeholder 2">
            <a:extLst>
              <a:ext uri="{FF2B5EF4-FFF2-40B4-BE49-F238E27FC236}">
                <a16:creationId xmlns:a16="http://schemas.microsoft.com/office/drawing/2014/main" id="{47A7D8AD-776B-862B-9D1C-F71DEE588389}"/>
              </a:ext>
            </a:extLst>
          </p:cNvPr>
          <p:cNvSpPr>
            <a:spLocks noGrp="1"/>
          </p:cNvSpPr>
          <p:nvPr>
            <p:ph idx="1"/>
          </p:nvPr>
        </p:nvSpPr>
        <p:spPr/>
        <p:txBody>
          <a:bodyPr>
            <a:normAutofit fontScale="92500"/>
          </a:bodyPr>
          <a:lstStyle/>
          <a:p>
            <a:r>
              <a:rPr lang="en-US" dirty="0"/>
              <a:t>Download </a:t>
            </a:r>
            <a:r>
              <a:rPr lang="en-US" i="1"/>
              <a:t>MindMeister</a:t>
            </a:r>
            <a:r>
              <a:rPr lang="en-US"/>
              <a:t> </a:t>
            </a:r>
            <a:r>
              <a:rPr lang="en-US" dirty="0"/>
              <a:t>in your phone.</a:t>
            </a:r>
          </a:p>
          <a:p>
            <a:r>
              <a:rPr lang="en-US" dirty="0"/>
              <a:t>Experience using it by creating a mind map on the topic given below.</a:t>
            </a:r>
          </a:p>
          <a:p>
            <a:pPr marL="0" indent="0" algn="ctr">
              <a:buNone/>
            </a:pPr>
            <a:endParaRPr lang="en-US" i="1" dirty="0">
              <a:solidFill>
                <a:srgbClr val="FF0000"/>
              </a:solidFill>
            </a:endParaRPr>
          </a:p>
          <a:p>
            <a:pPr marL="0" indent="0" algn="ctr">
              <a:buNone/>
            </a:pPr>
            <a:r>
              <a:rPr lang="en-US" i="1" dirty="0">
                <a:solidFill>
                  <a:srgbClr val="FF0000"/>
                </a:solidFill>
              </a:rPr>
              <a:t>The impact of photography on traditional painting.</a:t>
            </a:r>
          </a:p>
          <a:p>
            <a:endParaRPr lang="en-US" dirty="0"/>
          </a:p>
          <a:p>
            <a:r>
              <a:rPr lang="en-US" dirty="0"/>
              <a:t>After creating, share pdf/screenshot of your mind map with the instructor via email.</a:t>
            </a:r>
          </a:p>
        </p:txBody>
      </p:sp>
    </p:spTree>
    <p:extLst>
      <p:ext uri="{BB962C8B-B14F-4D97-AF65-F5344CB8AC3E}">
        <p14:creationId xmlns:p14="http://schemas.microsoft.com/office/powerpoint/2010/main" val="35461601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160</TotalTime>
  <Words>727</Words>
  <Application>Microsoft Office PowerPoint</Application>
  <PresentationFormat>On-screen Show (4:3)</PresentationFormat>
  <Paragraphs>84</Paragraphs>
  <Slides>18</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18</vt:i4>
      </vt:variant>
    </vt:vector>
  </HeadingPairs>
  <TitlesOfParts>
    <vt:vector size="25" baseType="lpstr">
      <vt:lpstr>-apple-system</vt:lpstr>
      <vt:lpstr>Arial</vt:lpstr>
      <vt:lpstr>Calibri</vt:lpstr>
      <vt:lpstr>Times</vt:lpstr>
      <vt:lpstr>Times New Roman</vt:lpstr>
      <vt:lpstr>Office Theme</vt:lpstr>
      <vt:lpstr>Default Design</vt:lpstr>
      <vt:lpstr>PowerPoint Presentation</vt:lpstr>
      <vt:lpstr>How Technology Aids in Brainstorming and Pre-Writing Strategies</vt:lpstr>
      <vt:lpstr>The Role of Technology in Writing</vt:lpstr>
      <vt:lpstr>PowerPoint Presentation</vt:lpstr>
      <vt:lpstr>PowerPoint Presentation</vt:lpstr>
      <vt:lpstr>PowerPoint Presentation</vt:lpstr>
      <vt:lpstr>PowerPoint Presentation</vt:lpstr>
      <vt:lpstr>PowerPoint Presentation</vt:lpstr>
      <vt:lpstr>AI in Writing and Pre-Writing</vt:lpstr>
      <vt:lpstr>Using Generative AI for Brainstorming</vt:lpstr>
      <vt:lpstr>Mind Mapping for Idea Generation</vt:lpstr>
      <vt:lpstr>Mindly – Collaborative Mind Mapping</vt:lpstr>
      <vt:lpstr>TheBrain – Dynamic Mind Mapping</vt:lpstr>
      <vt:lpstr>Miro – Digital Whiteboard for Brainstorming</vt:lpstr>
      <vt:lpstr>Organizing Research and Key Points</vt:lpstr>
      <vt:lpstr>Enhancing Team-Based Writing</vt:lpstr>
      <vt:lpstr>Final Thoughts</vt:lpstr>
      <vt:lpstr>Activity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Samia Tahir</cp:lastModifiedBy>
  <cp:revision>2</cp:revision>
  <dcterms:created xsi:type="dcterms:W3CDTF">2013-01-27T09:14:16Z</dcterms:created>
  <dcterms:modified xsi:type="dcterms:W3CDTF">2026-02-17T04:56:43Z</dcterms:modified>
  <cp:category/>
</cp:coreProperties>
</file>